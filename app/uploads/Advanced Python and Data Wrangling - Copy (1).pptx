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5"/>
  </p:notesMasterIdLst>
  <p:sldIdLst>
    <p:sldId id="256" r:id="rId2"/>
    <p:sldId id="282" r:id="rId3"/>
    <p:sldId id="308" r:id="rId4"/>
    <p:sldId id="309" r:id="rId5"/>
    <p:sldId id="284" r:id="rId6"/>
    <p:sldId id="290" r:id="rId7"/>
    <p:sldId id="311" r:id="rId8"/>
    <p:sldId id="310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5" r:id="rId32"/>
    <p:sldId id="334" r:id="rId33"/>
    <p:sldId id="33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358A3-0B25-49F5-A2B5-C99DB75A5FC7}" v="32" dt="2021-03-15T08:32:25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.Fennell" userId="c4162aff-5e19-49fe-8b7f-9a93fce91ee1" providerId="ADAL" clId="{2E7854E0-C613-4969-B924-9F79564B170C}"/>
    <pc:docChg chg="custSel mod modSld">
      <pc:chgData name="James.Fennell" userId="c4162aff-5e19-49fe-8b7f-9a93fce91ee1" providerId="ADAL" clId="{2E7854E0-C613-4969-B924-9F79564B170C}" dt="2020-02-06T13:32:20.211" v="25" actId="14100"/>
      <pc:docMkLst>
        <pc:docMk/>
      </pc:docMkLst>
      <pc:sldChg chg="addSp delSp modSp mod setBg">
        <pc:chgData name="James.Fennell" userId="c4162aff-5e19-49fe-8b7f-9a93fce91ee1" providerId="ADAL" clId="{2E7854E0-C613-4969-B924-9F79564B170C}" dt="2020-02-06T13:32:20.211" v="25" actId="14100"/>
        <pc:sldMkLst>
          <pc:docMk/>
          <pc:sldMk cId="1177948485" sldId="256"/>
        </pc:sldMkLst>
        <pc:spChg chg="mod">
          <ac:chgData name="James.Fennell" userId="c4162aff-5e19-49fe-8b7f-9a93fce91ee1" providerId="ADAL" clId="{2E7854E0-C613-4969-B924-9F79564B170C}" dt="2020-02-06T13:31:56.134" v="20" actId="26606"/>
          <ac:spMkLst>
            <pc:docMk/>
            <pc:sldMk cId="1177948485" sldId="256"/>
            <ac:spMk id="2" creationId="{48080C72-166F-4CE5-AF33-AFE7646B78EB}"/>
          </ac:spMkLst>
        </pc:spChg>
        <pc:spChg chg="mod">
          <ac:chgData name="James.Fennell" userId="c4162aff-5e19-49fe-8b7f-9a93fce91ee1" providerId="ADAL" clId="{2E7854E0-C613-4969-B924-9F79564B170C}" dt="2020-02-06T13:31:56.134" v="20" actId="26606"/>
          <ac:spMkLst>
            <pc:docMk/>
            <pc:sldMk cId="1177948485" sldId="256"/>
            <ac:spMk id="3" creationId="{D4B980B1-51F8-442B-96E2-36B98D2560A4}"/>
          </ac:spMkLst>
        </pc:spChg>
        <pc:spChg chg="add">
          <ac:chgData name="James.Fennell" userId="c4162aff-5e19-49fe-8b7f-9a93fce91ee1" providerId="ADAL" clId="{2E7854E0-C613-4969-B924-9F79564B170C}" dt="2020-02-06T13:31:56.134" v="20" actId="26606"/>
          <ac:spMkLst>
            <pc:docMk/>
            <pc:sldMk cId="1177948485" sldId="256"/>
            <ac:spMk id="9" creationId="{FA4CD5CB-D209-4D70-8CA4-629731C59219}"/>
          </ac:spMkLst>
        </pc:spChg>
        <pc:spChg chg="add">
          <ac:chgData name="James.Fennell" userId="c4162aff-5e19-49fe-8b7f-9a93fce91ee1" providerId="ADAL" clId="{2E7854E0-C613-4969-B924-9F79564B170C}" dt="2020-02-06T13:31:56.134" v="20" actId="26606"/>
          <ac:spMkLst>
            <pc:docMk/>
            <pc:sldMk cId="1177948485" sldId="256"/>
            <ac:spMk id="13" creationId="{B4C27B90-DF2B-4D00-BA07-18ED774CD2F1}"/>
          </ac:spMkLst>
        </pc:spChg>
        <pc:spChg chg="add">
          <ac:chgData name="James.Fennell" userId="c4162aff-5e19-49fe-8b7f-9a93fce91ee1" providerId="ADAL" clId="{2E7854E0-C613-4969-B924-9F79564B170C}" dt="2020-02-06T13:31:56.134" v="20" actId="26606"/>
          <ac:spMkLst>
            <pc:docMk/>
            <pc:sldMk cId="1177948485" sldId="256"/>
            <ac:spMk id="15" creationId="{593ACC25-C262-417A-8AA9-0641C772BDB6}"/>
          </ac:spMkLst>
        </pc:spChg>
        <pc:picChg chg="add mod">
          <ac:chgData name="James.Fennell" userId="c4162aff-5e19-49fe-8b7f-9a93fce91ee1" providerId="ADAL" clId="{2E7854E0-C613-4969-B924-9F79564B170C}" dt="2020-02-06T13:32:20.211" v="25" actId="14100"/>
          <ac:picMkLst>
            <pc:docMk/>
            <pc:sldMk cId="1177948485" sldId="256"/>
            <ac:picMk id="4" creationId="{299EF466-6908-4918-B3B2-F326C2EA659B}"/>
          </ac:picMkLst>
        </pc:picChg>
        <pc:picChg chg="del">
          <ac:chgData name="James.Fennell" userId="c4162aff-5e19-49fe-8b7f-9a93fce91ee1" providerId="ADAL" clId="{2E7854E0-C613-4969-B924-9F79564B170C}" dt="2020-02-06T13:31:31.179" v="14" actId="478"/>
          <ac:picMkLst>
            <pc:docMk/>
            <pc:sldMk cId="1177948485" sldId="256"/>
            <ac:picMk id="1026" creationId="{745B9AEF-7177-4952-B535-FB24B1D7958F}"/>
          </ac:picMkLst>
        </pc:picChg>
        <pc:cxnChg chg="add">
          <ac:chgData name="James.Fennell" userId="c4162aff-5e19-49fe-8b7f-9a93fce91ee1" providerId="ADAL" clId="{2E7854E0-C613-4969-B924-9F79564B170C}" dt="2020-02-06T13:31:56.134" v="20" actId="26606"/>
          <ac:cxnSpMkLst>
            <pc:docMk/>
            <pc:sldMk cId="1177948485" sldId="256"/>
            <ac:cxnSpMk id="11" creationId="{5C6A2BAE-B461-4B55-8E1F-0722ABDD1393}"/>
          </ac:cxnSpMkLst>
        </pc:cxnChg>
      </pc:sldChg>
    </pc:docChg>
  </pc:docChgLst>
  <pc:docChgLst>
    <pc:chgData name="James.Fennell" userId="c4162aff-5e19-49fe-8b7f-9a93fce91ee1" providerId="ADAL" clId="{033358A3-0B25-49F5-A2B5-C99DB75A5FC7}"/>
    <pc:docChg chg="undo custSel addSld delSld modSld sldOrd">
      <pc:chgData name="James.Fennell" userId="c4162aff-5e19-49fe-8b7f-9a93fce91ee1" providerId="ADAL" clId="{033358A3-0B25-49F5-A2B5-C99DB75A5FC7}" dt="2021-03-15T10:57:06.849" v="1529" actId="14100"/>
      <pc:docMkLst>
        <pc:docMk/>
      </pc:docMkLst>
      <pc:sldChg chg="modSp mod">
        <pc:chgData name="James.Fennell" userId="c4162aff-5e19-49fe-8b7f-9a93fce91ee1" providerId="ADAL" clId="{033358A3-0B25-49F5-A2B5-C99DB75A5FC7}" dt="2021-03-14T13:26:44.474" v="47" actId="27636"/>
        <pc:sldMkLst>
          <pc:docMk/>
          <pc:sldMk cId="1177948485" sldId="256"/>
        </pc:sldMkLst>
        <pc:spChg chg="mod">
          <ac:chgData name="James.Fennell" userId="c4162aff-5e19-49fe-8b7f-9a93fce91ee1" providerId="ADAL" clId="{033358A3-0B25-49F5-A2B5-C99DB75A5FC7}" dt="2021-03-14T13:26:44.474" v="47" actId="27636"/>
          <ac:spMkLst>
            <pc:docMk/>
            <pc:sldMk cId="1177948485" sldId="256"/>
            <ac:spMk id="2" creationId="{48080C72-166F-4CE5-AF33-AFE7646B78EB}"/>
          </ac:spMkLst>
        </pc:spChg>
      </pc:sldChg>
      <pc:sldChg chg="modSp mod">
        <pc:chgData name="James.Fennell" userId="c4162aff-5e19-49fe-8b7f-9a93fce91ee1" providerId="ADAL" clId="{033358A3-0B25-49F5-A2B5-C99DB75A5FC7}" dt="2021-03-14T13:26:49.775" v="55" actId="20577"/>
        <pc:sldMkLst>
          <pc:docMk/>
          <pc:sldMk cId="2113903491" sldId="282"/>
        </pc:sldMkLst>
        <pc:spChg chg="mod">
          <ac:chgData name="James.Fennell" userId="c4162aff-5e19-49fe-8b7f-9a93fce91ee1" providerId="ADAL" clId="{033358A3-0B25-49F5-A2B5-C99DB75A5FC7}" dt="2021-03-14T13:26:49.775" v="55" actId="20577"/>
          <ac:spMkLst>
            <pc:docMk/>
            <pc:sldMk cId="2113903491" sldId="282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3:26:29.412" v="31" actId="27636"/>
          <ac:spMkLst>
            <pc:docMk/>
            <pc:sldMk cId="2113903491" sldId="282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033358A3-0B25-49F5-A2B5-C99DB75A5FC7}" dt="2021-03-14T20:17:05.281" v="441" actId="47"/>
        <pc:sldMkLst>
          <pc:docMk/>
          <pc:sldMk cId="3258715009" sldId="283"/>
        </pc:sldMkLst>
      </pc:sldChg>
      <pc:sldChg chg="modSp del mod">
        <pc:chgData name="James.Fennell" userId="c4162aff-5e19-49fe-8b7f-9a93fce91ee1" providerId="ADAL" clId="{033358A3-0B25-49F5-A2B5-C99DB75A5FC7}" dt="2021-03-14T17:25:45.337" v="212" actId="47"/>
        <pc:sldMkLst>
          <pc:docMk/>
          <pc:sldMk cId="2859892200" sldId="288"/>
        </pc:sldMkLst>
        <pc:spChg chg="mod">
          <ac:chgData name="James.Fennell" userId="c4162aff-5e19-49fe-8b7f-9a93fce91ee1" providerId="ADAL" clId="{033358A3-0B25-49F5-A2B5-C99DB75A5FC7}" dt="2021-03-14T17:23:53.540" v="202" actId="20577"/>
          <ac:spMkLst>
            <pc:docMk/>
            <pc:sldMk cId="2859892200" sldId="288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24:33.183" v="211" actId="20577"/>
          <ac:spMkLst>
            <pc:docMk/>
            <pc:sldMk cId="2859892200" sldId="288"/>
            <ac:spMk id="3" creationId="{56F9FBE4-30FA-4D2C-BC4C-D7DF82D35EF9}"/>
          </ac:spMkLst>
        </pc:spChg>
      </pc:sldChg>
      <pc:sldChg chg="addSp modSp mod">
        <pc:chgData name="James.Fennell" userId="c4162aff-5e19-49fe-8b7f-9a93fce91ee1" providerId="ADAL" clId="{033358A3-0B25-49F5-A2B5-C99DB75A5FC7}" dt="2021-03-14T20:20:57.355" v="490" actId="732"/>
        <pc:sldMkLst>
          <pc:docMk/>
          <pc:sldMk cId="2074211409" sldId="290"/>
        </pc:sldMkLst>
        <pc:spChg chg="mod">
          <ac:chgData name="James.Fennell" userId="c4162aff-5e19-49fe-8b7f-9a93fce91ee1" providerId="ADAL" clId="{033358A3-0B25-49F5-A2B5-C99DB75A5FC7}" dt="2021-03-14T17:34:48.601" v="335" actId="20577"/>
          <ac:spMkLst>
            <pc:docMk/>
            <pc:sldMk cId="2074211409" sldId="290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27:26.431" v="226" actId="27636"/>
          <ac:spMkLst>
            <pc:docMk/>
            <pc:sldMk cId="2074211409" sldId="290"/>
            <ac:spMk id="3" creationId="{56F9FBE4-30FA-4D2C-BC4C-D7DF82D35EF9}"/>
          </ac:spMkLst>
        </pc:spChg>
        <pc:picChg chg="add mod modCrop">
          <ac:chgData name="James.Fennell" userId="c4162aff-5e19-49fe-8b7f-9a93fce91ee1" providerId="ADAL" clId="{033358A3-0B25-49F5-A2B5-C99DB75A5FC7}" dt="2021-03-14T20:19:43.012" v="470" actId="14100"/>
          <ac:picMkLst>
            <pc:docMk/>
            <pc:sldMk cId="2074211409" sldId="290"/>
            <ac:picMk id="5" creationId="{21DA8FBB-9FA7-4D82-A8B2-9EC4B1F13F2E}"/>
          </ac:picMkLst>
        </pc:picChg>
        <pc:picChg chg="add mod modCrop">
          <ac:chgData name="James.Fennell" userId="c4162aff-5e19-49fe-8b7f-9a93fce91ee1" providerId="ADAL" clId="{033358A3-0B25-49F5-A2B5-C99DB75A5FC7}" dt="2021-03-14T20:20:57.355" v="490" actId="732"/>
          <ac:picMkLst>
            <pc:docMk/>
            <pc:sldMk cId="2074211409" sldId="290"/>
            <ac:picMk id="6" creationId="{2B86AA99-9A26-479F-A26F-7283DAA08D81}"/>
          </ac:picMkLst>
        </pc:picChg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1383886666" sldId="293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2583278349" sldId="294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4098973475" sldId="297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1001421015" sldId="298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578903691" sldId="299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3257599923" sldId="300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1177478080" sldId="301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467340043" sldId="303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795224172" sldId="304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369877187" sldId="306"/>
        </pc:sldMkLst>
      </pc:sldChg>
      <pc:sldChg chg="del">
        <pc:chgData name="James.Fennell" userId="c4162aff-5e19-49fe-8b7f-9a93fce91ee1" providerId="ADAL" clId="{033358A3-0B25-49F5-A2B5-C99DB75A5FC7}" dt="2021-03-14T17:25:45.337" v="212" actId="47"/>
        <pc:sldMkLst>
          <pc:docMk/>
          <pc:sldMk cId="2018587852" sldId="307"/>
        </pc:sldMkLst>
      </pc:sldChg>
      <pc:sldChg chg="modSp add mod">
        <pc:chgData name="James.Fennell" userId="c4162aff-5e19-49fe-8b7f-9a93fce91ee1" providerId="ADAL" clId="{033358A3-0B25-49F5-A2B5-C99DB75A5FC7}" dt="2021-03-14T13:29:20.488" v="109"/>
        <pc:sldMkLst>
          <pc:docMk/>
          <pc:sldMk cId="2860614691" sldId="308"/>
        </pc:sldMkLst>
        <pc:spChg chg="mod">
          <ac:chgData name="James.Fennell" userId="c4162aff-5e19-49fe-8b7f-9a93fce91ee1" providerId="ADAL" clId="{033358A3-0B25-49F5-A2B5-C99DB75A5FC7}" dt="2021-03-14T13:29:20.488" v="109"/>
          <ac:spMkLst>
            <pc:docMk/>
            <pc:sldMk cId="2860614691" sldId="308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3:27:41.930" v="77" actId="27636"/>
          <ac:spMkLst>
            <pc:docMk/>
            <pc:sldMk cId="2860614691" sldId="308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033358A3-0B25-49F5-A2B5-C99DB75A5FC7}" dt="2021-03-14T13:29:22.826" v="110"/>
        <pc:sldMkLst>
          <pc:docMk/>
          <pc:sldMk cId="110153733" sldId="309"/>
        </pc:sldMkLst>
        <pc:spChg chg="mod">
          <ac:chgData name="James.Fennell" userId="c4162aff-5e19-49fe-8b7f-9a93fce91ee1" providerId="ADAL" clId="{033358A3-0B25-49F5-A2B5-C99DB75A5FC7}" dt="2021-03-14T13:29:22.826" v="110"/>
          <ac:spMkLst>
            <pc:docMk/>
            <pc:sldMk cId="110153733" sldId="309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3:29:11.657" v="108" actId="20577"/>
          <ac:spMkLst>
            <pc:docMk/>
            <pc:sldMk cId="110153733" sldId="309"/>
            <ac:spMk id="3" creationId="{56F9FBE4-30FA-4D2C-BC4C-D7DF82D35EF9}"/>
          </ac:spMkLst>
        </pc:spChg>
      </pc:sldChg>
      <pc:sldChg chg="addSp delSp modSp add mod ord">
        <pc:chgData name="James.Fennell" userId="c4162aff-5e19-49fe-8b7f-9a93fce91ee1" providerId="ADAL" clId="{033358A3-0B25-49F5-A2B5-C99DB75A5FC7}" dt="2021-03-14T20:21:28.509" v="496" actId="14100"/>
        <pc:sldMkLst>
          <pc:docMk/>
          <pc:sldMk cId="4101923285" sldId="310"/>
        </pc:sldMkLst>
        <pc:spChg chg="mod">
          <ac:chgData name="James.Fennell" userId="c4162aff-5e19-49fe-8b7f-9a93fce91ee1" providerId="ADAL" clId="{033358A3-0B25-49F5-A2B5-C99DB75A5FC7}" dt="2021-03-14T17:34:57.781" v="339"/>
          <ac:spMkLst>
            <pc:docMk/>
            <pc:sldMk cId="4101923285" sldId="310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32:41.471" v="298" actId="20577"/>
          <ac:spMkLst>
            <pc:docMk/>
            <pc:sldMk cId="4101923285" sldId="310"/>
            <ac:spMk id="3" creationId="{56F9FBE4-30FA-4D2C-BC4C-D7DF82D35EF9}"/>
          </ac:spMkLst>
        </pc:spChg>
        <pc:picChg chg="add del mod">
          <ac:chgData name="James.Fennell" userId="c4162aff-5e19-49fe-8b7f-9a93fce91ee1" providerId="ADAL" clId="{033358A3-0B25-49F5-A2B5-C99DB75A5FC7}" dt="2021-03-14T17:32:22.346" v="288" actId="478"/>
          <ac:picMkLst>
            <pc:docMk/>
            <pc:sldMk cId="4101923285" sldId="310"/>
            <ac:picMk id="5" creationId="{19291885-6BFC-4553-A7F2-7E8DF96FE3A3}"/>
          </ac:picMkLst>
        </pc:picChg>
        <pc:picChg chg="add mod modCrop">
          <ac:chgData name="James.Fennell" userId="c4162aff-5e19-49fe-8b7f-9a93fce91ee1" providerId="ADAL" clId="{033358A3-0B25-49F5-A2B5-C99DB75A5FC7}" dt="2021-03-14T20:21:13.475" v="492" actId="732"/>
          <ac:picMkLst>
            <pc:docMk/>
            <pc:sldMk cId="4101923285" sldId="310"/>
            <ac:picMk id="7" creationId="{BF180EC2-7FE8-445A-94A8-6776DC10FCAE}"/>
          </ac:picMkLst>
        </pc:picChg>
        <pc:picChg chg="add mod modCrop">
          <ac:chgData name="James.Fennell" userId="c4162aff-5e19-49fe-8b7f-9a93fce91ee1" providerId="ADAL" clId="{033358A3-0B25-49F5-A2B5-C99DB75A5FC7}" dt="2021-03-14T20:21:28.509" v="496" actId="14100"/>
          <ac:picMkLst>
            <pc:docMk/>
            <pc:sldMk cId="4101923285" sldId="310"/>
            <ac:picMk id="8" creationId="{5DC9CF99-118F-4182-9C51-3B84CB46D5D6}"/>
          </ac:picMkLst>
        </pc:picChg>
      </pc:sldChg>
      <pc:sldChg chg="addSp modSp add mod">
        <pc:chgData name="James.Fennell" userId="c4162aff-5e19-49fe-8b7f-9a93fce91ee1" providerId="ADAL" clId="{033358A3-0B25-49F5-A2B5-C99DB75A5FC7}" dt="2021-03-14T20:20:50.034" v="489" actId="1076"/>
        <pc:sldMkLst>
          <pc:docMk/>
          <pc:sldMk cId="459550766" sldId="311"/>
        </pc:sldMkLst>
        <pc:spChg chg="mod">
          <ac:chgData name="James.Fennell" userId="c4162aff-5e19-49fe-8b7f-9a93fce91ee1" providerId="ADAL" clId="{033358A3-0B25-49F5-A2B5-C99DB75A5FC7}" dt="2021-03-14T17:34:54.038" v="337"/>
          <ac:spMkLst>
            <pc:docMk/>
            <pc:sldMk cId="459550766" sldId="311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30:33.642" v="273" actId="1076"/>
          <ac:spMkLst>
            <pc:docMk/>
            <pc:sldMk cId="459550766" sldId="311"/>
            <ac:spMk id="3" creationId="{56F9FBE4-30FA-4D2C-BC4C-D7DF82D35EF9}"/>
          </ac:spMkLst>
        </pc:spChg>
        <pc:picChg chg="add mod modCrop">
          <ac:chgData name="James.Fennell" userId="c4162aff-5e19-49fe-8b7f-9a93fce91ee1" providerId="ADAL" clId="{033358A3-0B25-49F5-A2B5-C99DB75A5FC7}" dt="2021-03-14T20:20:50.034" v="489" actId="1076"/>
          <ac:picMkLst>
            <pc:docMk/>
            <pc:sldMk cId="459550766" sldId="311"/>
            <ac:picMk id="4" creationId="{894E684B-CE62-4D77-8B3F-8847EEAF797C}"/>
          </ac:picMkLst>
        </pc:picChg>
        <pc:picChg chg="mod modCrop">
          <ac:chgData name="James.Fennell" userId="c4162aff-5e19-49fe-8b7f-9a93fce91ee1" providerId="ADAL" clId="{033358A3-0B25-49F5-A2B5-C99DB75A5FC7}" dt="2021-03-14T20:20:42.749" v="487" actId="1076"/>
          <ac:picMkLst>
            <pc:docMk/>
            <pc:sldMk cId="459550766" sldId="311"/>
            <ac:picMk id="5" creationId="{19291885-6BFC-4553-A7F2-7E8DF96FE3A3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0:19:16.524" v="466" actId="1076"/>
        <pc:sldMkLst>
          <pc:docMk/>
          <pc:sldMk cId="3947590228" sldId="312"/>
        </pc:sldMkLst>
        <pc:spChg chg="mod">
          <ac:chgData name="James.Fennell" userId="c4162aff-5e19-49fe-8b7f-9a93fce91ee1" providerId="ADAL" clId="{033358A3-0B25-49F5-A2B5-C99DB75A5FC7}" dt="2021-03-14T17:35:01.384" v="341"/>
          <ac:spMkLst>
            <pc:docMk/>
            <pc:sldMk cId="3947590228" sldId="312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34:21.151" v="316" actId="14100"/>
          <ac:spMkLst>
            <pc:docMk/>
            <pc:sldMk cId="3947590228" sldId="312"/>
            <ac:spMk id="3" creationId="{56F9FBE4-30FA-4D2C-BC4C-D7DF82D35EF9}"/>
          </ac:spMkLst>
        </pc:spChg>
        <pc:picChg chg="add del mod">
          <ac:chgData name="James.Fennell" userId="c4162aff-5e19-49fe-8b7f-9a93fce91ee1" providerId="ADAL" clId="{033358A3-0B25-49F5-A2B5-C99DB75A5FC7}" dt="2021-03-14T17:34:12.430" v="313" actId="478"/>
          <ac:picMkLst>
            <pc:docMk/>
            <pc:sldMk cId="3947590228" sldId="312"/>
            <ac:picMk id="5" creationId="{D21D5F77-2E76-4997-9469-742C7C1F4804}"/>
          </ac:picMkLst>
        </pc:picChg>
        <pc:picChg chg="del">
          <ac:chgData name="James.Fennell" userId="c4162aff-5e19-49fe-8b7f-9a93fce91ee1" providerId="ADAL" clId="{033358A3-0B25-49F5-A2B5-C99DB75A5FC7}" dt="2021-03-14T17:33:53.118" v="309" actId="478"/>
          <ac:picMkLst>
            <pc:docMk/>
            <pc:sldMk cId="3947590228" sldId="312"/>
            <ac:picMk id="7" creationId="{BF180EC2-7FE8-445A-94A8-6776DC10FCAE}"/>
          </ac:picMkLst>
        </pc:picChg>
        <pc:picChg chg="add mod modCrop">
          <ac:chgData name="James.Fennell" userId="c4162aff-5e19-49fe-8b7f-9a93fce91ee1" providerId="ADAL" clId="{033358A3-0B25-49F5-A2B5-C99DB75A5FC7}" dt="2021-03-14T20:18:58.832" v="460" actId="1076"/>
          <ac:picMkLst>
            <pc:docMk/>
            <pc:sldMk cId="3947590228" sldId="312"/>
            <ac:picMk id="8" creationId="{DB169A34-20E4-4F45-90D1-44660652838D}"/>
          </ac:picMkLst>
        </pc:picChg>
        <pc:picChg chg="add mod modCrop">
          <ac:chgData name="James.Fennell" userId="c4162aff-5e19-49fe-8b7f-9a93fce91ee1" providerId="ADAL" clId="{033358A3-0B25-49F5-A2B5-C99DB75A5FC7}" dt="2021-03-14T20:19:16.524" v="466" actId="1076"/>
          <ac:picMkLst>
            <pc:docMk/>
            <pc:sldMk cId="3947590228" sldId="312"/>
            <ac:picMk id="9" creationId="{588B9E20-BAA2-4375-9C19-3E3380C964FC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0:18:00.484" v="449" actId="732"/>
        <pc:sldMkLst>
          <pc:docMk/>
          <pc:sldMk cId="3719358455" sldId="313"/>
        </pc:sldMkLst>
        <pc:spChg chg="mod">
          <ac:chgData name="James.Fennell" userId="c4162aff-5e19-49fe-8b7f-9a93fce91ee1" providerId="ADAL" clId="{033358A3-0B25-49F5-A2B5-C99DB75A5FC7}" dt="2021-03-14T17:35:11.423" v="349" actId="20577"/>
          <ac:spMkLst>
            <pc:docMk/>
            <pc:sldMk cId="3719358455" sldId="313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17:35:44.812" v="361" actId="14100"/>
          <ac:spMkLst>
            <pc:docMk/>
            <pc:sldMk cId="3719358455" sldId="313"/>
            <ac:spMk id="3" creationId="{56F9FBE4-30FA-4D2C-BC4C-D7DF82D35EF9}"/>
          </ac:spMkLst>
        </pc:spChg>
        <pc:picChg chg="add mod modCrop">
          <ac:chgData name="James.Fennell" userId="c4162aff-5e19-49fe-8b7f-9a93fce91ee1" providerId="ADAL" clId="{033358A3-0B25-49F5-A2B5-C99DB75A5FC7}" dt="2021-03-14T20:17:35.476" v="444" actId="1076"/>
          <ac:picMkLst>
            <pc:docMk/>
            <pc:sldMk cId="3719358455" sldId="313"/>
            <ac:picMk id="5" creationId="{45ECBD16-22E3-41F1-AB78-A5EE4175C677}"/>
          </ac:picMkLst>
        </pc:picChg>
        <pc:picChg chg="add mod modCrop">
          <ac:chgData name="James.Fennell" userId="c4162aff-5e19-49fe-8b7f-9a93fce91ee1" providerId="ADAL" clId="{033358A3-0B25-49F5-A2B5-C99DB75A5FC7}" dt="2021-03-14T20:18:00.484" v="449" actId="732"/>
          <ac:picMkLst>
            <pc:docMk/>
            <pc:sldMk cId="3719358455" sldId="313"/>
            <ac:picMk id="6" creationId="{1E235AB7-5917-4CC9-A9C0-DCCABF492424}"/>
          </ac:picMkLst>
        </pc:picChg>
        <pc:picChg chg="del">
          <ac:chgData name="James.Fennell" userId="c4162aff-5e19-49fe-8b7f-9a93fce91ee1" providerId="ADAL" clId="{033358A3-0B25-49F5-A2B5-C99DB75A5FC7}" dt="2021-03-14T17:35:47.380" v="362" actId="478"/>
          <ac:picMkLst>
            <pc:docMk/>
            <pc:sldMk cId="3719358455" sldId="313"/>
            <ac:picMk id="8" creationId="{DB169A34-20E4-4F45-90D1-44660652838D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0:18:40.714" v="457" actId="14100"/>
        <pc:sldMkLst>
          <pc:docMk/>
          <pc:sldMk cId="2972776007" sldId="314"/>
        </pc:sldMkLst>
        <pc:spChg chg="mod">
          <ac:chgData name="James.Fennell" userId="c4162aff-5e19-49fe-8b7f-9a93fce91ee1" providerId="ADAL" clId="{033358A3-0B25-49F5-A2B5-C99DB75A5FC7}" dt="2021-03-14T20:16:19.145" v="437" actId="14100"/>
          <ac:spMkLst>
            <pc:docMk/>
            <pc:sldMk cId="2972776007" sldId="314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17:37:26.225" v="368" actId="478"/>
          <ac:picMkLst>
            <pc:docMk/>
            <pc:sldMk cId="2972776007" sldId="314"/>
            <ac:picMk id="5" creationId="{45ECBD16-22E3-41F1-AB78-A5EE4175C677}"/>
          </ac:picMkLst>
        </pc:picChg>
        <pc:picChg chg="add mod modCrop">
          <ac:chgData name="James.Fennell" userId="c4162aff-5e19-49fe-8b7f-9a93fce91ee1" providerId="ADAL" clId="{033358A3-0B25-49F5-A2B5-C99DB75A5FC7}" dt="2021-03-14T20:18:16.060" v="451" actId="732"/>
          <ac:picMkLst>
            <pc:docMk/>
            <pc:sldMk cId="2972776007" sldId="314"/>
            <ac:picMk id="6" creationId="{90C2164C-ED62-4541-962C-16AD7AA410E9}"/>
          </ac:picMkLst>
        </pc:picChg>
        <pc:picChg chg="add mod modCrop">
          <ac:chgData name="James.Fennell" userId="c4162aff-5e19-49fe-8b7f-9a93fce91ee1" providerId="ADAL" clId="{033358A3-0B25-49F5-A2B5-C99DB75A5FC7}" dt="2021-03-14T20:18:40.714" v="457" actId="14100"/>
          <ac:picMkLst>
            <pc:docMk/>
            <pc:sldMk cId="2972776007" sldId="314"/>
            <ac:picMk id="7" creationId="{F717F7AC-0074-4E6A-9D76-E12DEA17CE13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0:24:37.706" v="530" actId="1076"/>
        <pc:sldMkLst>
          <pc:docMk/>
          <pc:sldMk cId="2671797193" sldId="315"/>
        </pc:sldMkLst>
        <pc:spChg chg="mod">
          <ac:chgData name="James.Fennell" userId="c4162aff-5e19-49fe-8b7f-9a93fce91ee1" providerId="ADAL" clId="{033358A3-0B25-49F5-A2B5-C99DB75A5FC7}" dt="2021-03-14T17:39:40.008" v="426" actId="20577"/>
          <ac:spMkLst>
            <pc:docMk/>
            <pc:sldMk cId="2671797193" sldId="315"/>
            <ac:spMk id="3" creationId="{56F9FBE4-30FA-4D2C-BC4C-D7DF82D35EF9}"/>
          </ac:spMkLst>
        </pc:spChg>
        <pc:picChg chg="add mod modCrop">
          <ac:chgData name="James.Fennell" userId="c4162aff-5e19-49fe-8b7f-9a93fce91ee1" providerId="ADAL" clId="{033358A3-0B25-49F5-A2B5-C99DB75A5FC7}" dt="2021-03-14T20:24:34.602" v="528" actId="1076"/>
          <ac:picMkLst>
            <pc:docMk/>
            <pc:sldMk cId="2671797193" sldId="315"/>
            <ac:picMk id="5" creationId="{F560FC3A-DAFF-4EEC-8706-69BBEC3C9116}"/>
          </ac:picMkLst>
        </pc:picChg>
        <pc:picChg chg="del">
          <ac:chgData name="James.Fennell" userId="c4162aff-5e19-49fe-8b7f-9a93fce91ee1" providerId="ADAL" clId="{033358A3-0B25-49F5-A2B5-C99DB75A5FC7}" dt="2021-03-14T17:38:30.399" v="392" actId="478"/>
          <ac:picMkLst>
            <pc:docMk/>
            <pc:sldMk cId="2671797193" sldId="315"/>
            <ac:picMk id="6" creationId="{90C2164C-ED62-4541-962C-16AD7AA410E9}"/>
          </ac:picMkLst>
        </pc:picChg>
        <pc:picChg chg="add mod modCrop">
          <ac:chgData name="James.Fennell" userId="c4162aff-5e19-49fe-8b7f-9a93fce91ee1" providerId="ADAL" clId="{033358A3-0B25-49F5-A2B5-C99DB75A5FC7}" dt="2021-03-14T20:24:32.632" v="527" actId="1076"/>
          <ac:picMkLst>
            <pc:docMk/>
            <pc:sldMk cId="2671797193" sldId="315"/>
            <ac:picMk id="8" creationId="{92284DF5-1DBF-40DB-9678-A4892FE5004A}"/>
          </ac:picMkLst>
        </pc:picChg>
        <pc:picChg chg="add mod modCrop">
          <ac:chgData name="James.Fennell" userId="c4162aff-5e19-49fe-8b7f-9a93fce91ee1" providerId="ADAL" clId="{033358A3-0B25-49F5-A2B5-C99DB75A5FC7}" dt="2021-03-14T20:24:36.359" v="529" actId="1076"/>
          <ac:picMkLst>
            <pc:docMk/>
            <pc:sldMk cId="2671797193" sldId="315"/>
            <ac:picMk id="10" creationId="{DFD16511-784C-4017-9483-49DFFC5B2974}"/>
          </ac:picMkLst>
        </pc:picChg>
        <pc:picChg chg="add mod modCrop">
          <ac:chgData name="James.Fennell" userId="c4162aff-5e19-49fe-8b7f-9a93fce91ee1" providerId="ADAL" clId="{033358A3-0B25-49F5-A2B5-C99DB75A5FC7}" dt="2021-03-14T20:24:37.706" v="530" actId="1076"/>
          <ac:picMkLst>
            <pc:docMk/>
            <pc:sldMk cId="2671797193" sldId="315"/>
            <ac:picMk id="12" creationId="{A6043FDD-66FE-45BD-A1BD-4A440BF4CBA0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0:35:15.875" v="604" actId="1076"/>
        <pc:sldMkLst>
          <pc:docMk/>
          <pc:sldMk cId="2999080675" sldId="316"/>
        </pc:sldMkLst>
        <pc:spChg chg="mod">
          <ac:chgData name="James.Fennell" userId="c4162aff-5e19-49fe-8b7f-9a93fce91ee1" providerId="ADAL" clId="{033358A3-0B25-49F5-A2B5-C99DB75A5FC7}" dt="2021-03-14T20:31:05.649" v="591" actId="27636"/>
          <ac:spMkLst>
            <pc:docMk/>
            <pc:sldMk cId="2999080675" sldId="316"/>
            <ac:spMk id="3" creationId="{56F9FBE4-30FA-4D2C-BC4C-D7DF82D35EF9}"/>
          </ac:spMkLst>
        </pc:spChg>
        <pc:spChg chg="add del">
          <ac:chgData name="James.Fennell" userId="c4162aff-5e19-49fe-8b7f-9a93fce91ee1" providerId="ADAL" clId="{033358A3-0B25-49F5-A2B5-C99DB75A5FC7}" dt="2021-03-14T20:30:25.537" v="574"/>
          <ac:spMkLst>
            <pc:docMk/>
            <pc:sldMk cId="2999080675" sldId="316"/>
            <ac:spMk id="4" creationId="{9E094BB8-5C98-4EA0-BE52-FA18F68E8757}"/>
          </ac:spMkLst>
        </pc:spChg>
        <pc:spChg chg="add del mod">
          <ac:chgData name="James.Fennell" userId="c4162aff-5e19-49fe-8b7f-9a93fce91ee1" providerId="ADAL" clId="{033358A3-0B25-49F5-A2B5-C99DB75A5FC7}" dt="2021-03-14T20:30:25.112" v="573"/>
          <ac:spMkLst>
            <pc:docMk/>
            <pc:sldMk cId="2999080675" sldId="316"/>
            <ac:spMk id="6" creationId="{E7702AFF-012E-4B5B-AFF7-2CBD5D4D8FA9}"/>
          </ac:spMkLst>
        </pc:spChg>
        <pc:picChg chg="del">
          <ac:chgData name="James.Fennell" userId="c4162aff-5e19-49fe-8b7f-9a93fce91ee1" providerId="ADAL" clId="{033358A3-0B25-49F5-A2B5-C99DB75A5FC7}" dt="2021-03-14T20:25:10.549" v="532" actId="478"/>
          <ac:picMkLst>
            <pc:docMk/>
            <pc:sldMk cId="2999080675" sldId="316"/>
            <ac:picMk id="5" creationId="{F560FC3A-DAFF-4EEC-8706-69BBEC3C9116}"/>
          </ac:picMkLst>
        </pc:picChg>
        <pc:picChg chg="del">
          <ac:chgData name="James.Fennell" userId="c4162aff-5e19-49fe-8b7f-9a93fce91ee1" providerId="ADAL" clId="{033358A3-0B25-49F5-A2B5-C99DB75A5FC7}" dt="2021-03-14T20:25:10.549" v="532" actId="478"/>
          <ac:picMkLst>
            <pc:docMk/>
            <pc:sldMk cId="2999080675" sldId="316"/>
            <ac:picMk id="8" creationId="{92284DF5-1DBF-40DB-9678-A4892FE5004A}"/>
          </ac:picMkLst>
        </pc:picChg>
        <pc:picChg chg="add mod ord modCrop">
          <ac:chgData name="James.Fennell" userId="c4162aff-5e19-49fe-8b7f-9a93fce91ee1" providerId="ADAL" clId="{033358A3-0B25-49F5-A2B5-C99DB75A5FC7}" dt="2021-03-14T20:34:51.976" v="601" actId="1076"/>
          <ac:picMkLst>
            <pc:docMk/>
            <pc:sldMk cId="2999080675" sldId="316"/>
            <ac:picMk id="9" creationId="{9733E115-6F57-4C10-9192-A265693E2D1A}"/>
          </ac:picMkLst>
        </pc:picChg>
        <pc:picChg chg="del">
          <ac:chgData name="James.Fennell" userId="c4162aff-5e19-49fe-8b7f-9a93fce91ee1" providerId="ADAL" clId="{033358A3-0B25-49F5-A2B5-C99DB75A5FC7}" dt="2021-03-14T20:25:10.549" v="532" actId="478"/>
          <ac:picMkLst>
            <pc:docMk/>
            <pc:sldMk cId="2999080675" sldId="316"/>
            <ac:picMk id="10" creationId="{DFD16511-784C-4017-9483-49DFFC5B2974}"/>
          </ac:picMkLst>
        </pc:picChg>
        <pc:picChg chg="del">
          <ac:chgData name="James.Fennell" userId="c4162aff-5e19-49fe-8b7f-9a93fce91ee1" providerId="ADAL" clId="{033358A3-0B25-49F5-A2B5-C99DB75A5FC7}" dt="2021-03-14T20:25:10.549" v="532" actId="478"/>
          <ac:picMkLst>
            <pc:docMk/>
            <pc:sldMk cId="2999080675" sldId="316"/>
            <ac:picMk id="12" creationId="{A6043FDD-66FE-45BD-A1BD-4A440BF4CBA0}"/>
          </ac:picMkLst>
        </pc:picChg>
        <pc:picChg chg="add mod">
          <ac:chgData name="James.Fennell" userId="c4162aff-5e19-49fe-8b7f-9a93fce91ee1" providerId="ADAL" clId="{033358A3-0B25-49F5-A2B5-C99DB75A5FC7}" dt="2021-03-14T20:34:47.849" v="600" actId="1440"/>
          <ac:picMkLst>
            <pc:docMk/>
            <pc:sldMk cId="2999080675" sldId="316"/>
            <ac:picMk id="13" creationId="{EBB1B1E9-82E6-4104-B006-433CB95C04AC}"/>
          </ac:picMkLst>
        </pc:picChg>
        <pc:picChg chg="add mod">
          <ac:chgData name="James.Fennell" userId="c4162aff-5e19-49fe-8b7f-9a93fce91ee1" providerId="ADAL" clId="{033358A3-0B25-49F5-A2B5-C99DB75A5FC7}" dt="2021-03-14T20:35:15.875" v="604" actId="1076"/>
          <ac:picMkLst>
            <pc:docMk/>
            <pc:sldMk cId="2999080675" sldId="316"/>
            <ac:picMk id="15" creationId="{5D85EDE6-22A5-45D9-A9CC-1DA9B0ED1F83}"/>
          </ac:picMkLst>
        </pc:picChg>
      </pc:sldChg>
      <pc:sldChg chg="delSp modSp add mod">
        <pc:chgData name="James.Fennell" userId="c4162aff-5e19-49fe-8b7f-9a93fce91ee1" providerId="ADAL" clId="{033358A3-0B25-49F5-A2B5-C99DB75A5FC7}" dt="2021-03-14T20:36:51.851" v="626" actId="27636"/>
        <pc:sldMkLst>
          <pc:docMk/>
          <pc:sldMk cId="3683744884" sldId="317"/>
        </pc:sldMkLst>
        <pc:spChg chg="mod">
          <ac:chgData name="James.Fennell" userId="c4162aff-5e19-49fe-8b7f-9a93fce91ee1" providerId="ADAL" clId="{033358A3-0B25-49F5-A2B5-C99DB75A5FC7}" dt="2021-03-14T20:36:13.964" v="613" actId="20577"/>
          <ac:spMkLst>
            <pc:docMk/>
            <pc:sldMk cId="3683744884" sldId="317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0:36:51.851" v="626" actId="27636"/>
          <ac:spMkLst>
            <pc:docMk/>
            <pc:sldMk cId="3683744884" sldId="317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20:35:50.586" v="607" actId="478"/>
          <ac:picMkLst>
            <pc:docMk/>
            <pc:sldMk cId="3683744884" sldId="317"/>
            <ac:picMk id="9" creationId="{9733E115-6F57-4C10-9192-A265693E2D1A}"/>
          </ac:picMkLst>
        </pc:picChg>
        <pc:picChg chg="del">
          <ac:chgData name="James.Fennell" userId="c4162aff-5e19-49fe-8b7f-9a93fce91ee1" providerId="ADAL" clId="{033358A3-0B25-49F5-A2B5-C99DB75A5FC7}" dt="2021-03-14T20:35:51.160" v="608" actId="478"/>
          <ac:picMkLst>
            <pc:docMk/>
            <pc:sldMk cId="3683744884" sldId="317"/>
            <ac:picMk id="13" creationId="{EBB1B1E9-82E6-4104-B006-433CB95C04AC}"/>
          </ac:picMkLst>
        </pc:picChg>
        <pc:picChg chg="del">
          <ac:chgData name="James.Fennell" userId="c4162aff-5e19-49fe-8b7f-9a93fce91ee1" providerId="ADAL" clId="{033358A3-0B25-49F5-A2B5-C99DB75A5FC7}" dt="2021-03-14T20:35:50.017" v="606" actId="478"/>
          <ac:picMkLst>
            <pc:docMk/>
            <pc:sldMk cId="3683744884" sldId="317"/>
            <ac:picMk id="15" creationId="{5D85EDE6-22A5-45D9-A9CC-1DA9B0ED1F83}"/>
          </ac:picMkLst>
        </pc:picChg>
      </pc:sldChg>
      <pc:sldChg chg="modSp add mod">
        <pc:chgData name="James.Fennell" userId="c4162aff-5e19-49fe-8b7f-9a93fce91ee1" providerId="ADAL" clId="{033358A3-0B25-49F5-A2B5-C99DB75A5FC7}" dt="2021-03-14T20:39:06.842" v="715" actId="20577"/>
        <pc:sldMkLst>
          <pc:docMk/>
          <pc:sldMk cId="4191618216" sldId="318"/>
        </pc:sldMkLst>
        <pc:spChg chg="mod">
          <ac:chgData name="James.Fennell" userId="c4162aff-5e19-49fe-8b7f-9a93fce91ee1" providerId="ADAL" clId="{033358A3-0B25-49F5-A2B5-C99DB75A5FC7}" dt="2021-03-14T20:39:06.842" v="715" actId="20577"/>
          <ac:spMkLst>
            <pc:docMk/>
            <pc:sldMk cId="4191618216" sldId="318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033358A3-0B25-49F5-A2B5-C99DB75A5FC7}" dt="2021-03-14T20:41:05.334" v="746" actId="20577"/>
        <pc:sldMkLst>
          <pc:docMk/>
          <pc:sldMk cId="4148950721" sldId="319"/>
        </pc:sldMkLst>
        <pc:spChg chg="mod">
          <ac:chgData name="James.Fennell" userId="c4162aff-5e19-49fe-8b7f-9a93fce91ee1" providerId="ADAL" clId="{033358A3-0B25-49F5-A2B5-C99DB75A5FC7}" dt="2021-03-14T20:39:37.351" v="718"/>
          <ac:spMkLst>
            <pc:docMk/>
            <pc:sldMk cId="4148950721" sldId="319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0:41:05.334" v="746" actId="20577"/>
          <ac:spMkLst>
            <pc:docMk/>
            <pc:sldMk cId="4148950721" sldId="319"/>
            <ac:spMk id="3" creationId="{56F9FBE4-30FA-4D2C-BC4C-D7DF82D35EF9}"/>
          </ac:spMkLst>
        </pc:spChg>
      </pc:sldChg>
      <pc:sldChg chg="addSp delSp modSp add mod setBg">
        <pc:chgData name="James.Fennell" userId="c4162aff-5e19-49fe-8b7f-9a93fce91ee1" providerId="ADAL" clId="{033358A3-0B25-49F5-A2B5-C99DB75A5FC7}" dt="2021-03-15T10:57:06.849" v="1529" actId="14100"/>
        <pc:sldMkLst>
          <pc:docMk/>
          <pc:sldMk cId="1943427016" sldId="320"/>
        </pc:sldMkLst>
        <pc:spChg chg="mod">
          <ac:chgData name="James.Fennell" userId="c4162aff-5e19-49fe-8b7f-9a93fce91ee1" providerId="ADAL" clId="{033358A3-0B25-49F5-A2B5-C99DB75A5FC7}" dt="2021-03-14T20:55:44.894" v="812" actId="14100"/>
          <ac:spMkLst>
            <pc:docMk/>
            <pc:sldMk cId="1943427016" sldId="320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0:52:00.441" v="806" actId="255"/>
          <ac:spMkLst>
            <pc:docMk/>
            <pc:sldMk cId="1943427016" sldId="320"/>
            <ac:spMk id="3" creationId="{56F9FBE4-30FA-4D2C-BC4C-D7DF82D35EF9}"/>
          </ac:spMkLst>
        </pc:spChg>
        <pc:spChg chg="add">
          <ac:chgData name="James.Fennell" userId="c4162aff-5e19-49fe-8b7f-9a93fce91ee1" providerId="ADAL" clId="{033358A3-0B25-49F5-A2B5-C99DB75A5FC7}" dt="2021-03-14T20:49:34.029" v="783" actId="26606"/>
          <ac:spMkLst>
            <pc:docMk/>
            <pc:sldMk cId="1943427016" sldId="320"/>
            <ac:spMk id="14" creationId="{44CC594A-A820-450F-B363-C19201FCFEC6}"/>
          </ac:spMkLst>
        </pc:spChg>
        <pc:spChg chg="add">
          <ac:chgData name="James.Fennell" userId="c4162aff-5e19-49fe-8b7f-9a93fce91ee1" providerId="ADAL" clId="{033358A3-0B25-49F5-A2B5-C99DB75A5FC7}" dt="2021-03-14T20:49:34.029" v="783" actId="26606"/>
          <ac:spMkLst>
            <pc:docMk/>
            <pc:sldMk cId="1943427016" sldId="320"/>
            <ac:spMk id="16" creationId="{59FAB3DA-E9ED-4574-ABCC-378BC0FF1BBC}"/>
          </ac:spMkLst>
        </pc:spChg>
        <pc:spChg chg="add">
          <ac:chgData name="James.Fennell" userId="c4162aff-5e19-49fe-8b7f-9a93fce91ee1" providerId="ADAL" clId="{033358A3-0B25-49F5-A2B5-C99DB75A5FC7}" dt="2021-03-14T20:49:34.029" v="783" actId="26606"/>
          <ac:spMkLst>
            <pc:docMk/>
            <pc:sldMk cId="1943427016" sldId="320"/>
            <ac:spMk id="18" creationId="{53B8D6B0-55D6-48DC-86D8-FD95D5F118AB}"/>
          </ac:spMkLst>
        </pc:spChg>
        <pc:picChg chg="add del mod">
          <ac:chgData name="James.Fennell" userId="c4162aff-5e19-49fe-8b7f-9a93fce91ee1" providerId="ADAL" clId="{033358A3-0B25-49F5-A2B5-C99DB75A5FC7}" dt="2021-03-14T20:49:13.199" v="777" actId="478"/>
          <ac:picMkLst>
            <pc:docMk/>
            <pc:sldMk cId="1943427016" sldId="320"/>
            <ac:picMk id="5" creationId="{62A53CBE-9034-43ED-944A-A5ED680E1111}"/>
          </ac:picMkLst>
        </pc:picChg>
        <pc:picChg chg="add mod">
          <ac:chgData name="James.Fennell" userId="c4162aff-5e19-49fe-8b7f-9a93fce91ee1" providerId="ADAL" clId="{033358A3-0B25-49F5-A2B5-C99DB75A5FC7}" dt="2021-03-15T10:57:06.849" v="1529" actId="14100"/>
          <ac:picMkLst>
            <pc:docMk/>
            <pc:sldMk cId="1943427016" sldId="320"/>
            <ac:picMk id="5" creationId="{CCAA8C34-2F88-45B2-9436-B18FA0E62B05}"/>
          </ac:picMkLst>
        </pc:picChg>
        <pc:picChg chg="add del mod">
          <ac:chgData name="James.Fennell" userId="c4162aff-5e19-49fe-8b7f-9a93fce91ee1" providerId="ADAL" clId="{033358A3-0B25-49F5-A2B5-C99DB75A5FC7}" dt="2021-03-14T20:49:20.465" v="781" actId="478"/>
          <ac:picMkLst>
            <pc:docMk/>
            <pc:sldMk cId="1943427016" sldId="320"/>
            <ac:picMk id="7" creationId="{03C80613-A9E2-4DA4-866A-723F5C082974}"/>
          </ac:picMkLst>
        </pc:picChg>
        <pc:picChg chg="add mod">
          <ac:chgData name="James.Fennell" userId="c4162aff-5e19-49fe-8b7f-9a93fce91ee1" providerId="ADAL" clId="{033358A3-0B25-49F5-A2B5-C99DB75A5FC7}" dt="2021-03-14T20:49:42.873" v="786" actId="1440"/>
          <ac:picMkLst>
            <pc:docMk/>
            <pc:sldMk cId="1943427016" sldId="320"/>
            <ac:picMk id="9" creationId="{A1FC2E87-D7F4-4EA0-8ECC-9AF52B2B628C}"/>
          </ac:picMkLst>
        </pc:picChg>
        <pc:picChg chg="add mod ord">
          <ac:chgData name="James.Fennell" userId="c4162aff-5e19-49fe-8b7f-9a93fce91ee1" providerId="ADAL" clId="{033358A3-0B25-49F5-A2B5-C99DB75A5FC7}" dt="2021-03-14T20:51:33.982" v="798" actId="14100"/>
          <ac:picMkLst>
            <pc:docMk/>
            <pc:sldMk cId="1943427016" sldId="320"/>
            <ac:picMk id="11" creationId="{8FF1AB34-5210-48D8-9C2D-1B83637CBAC2}"/>
          </ac:picMkLst>
        </pc:picChg>
        <pc:picChg chg="add del mod">
          <ac:chgData name="James.Fennell" userId="c4162aff-5e19-49fe-8b7f-9a93fce91ee1" providerId="ADAL" clId="{033358A3-0B25-49F5-A2B5-C99DB75A5FC7}" dt="2021-03-15T10:56:50.027" v="1525" actId="478"/>
          <ac:picMkLst>
            <pc:docMk/>
            <pc:sldMk cId="1943427016" sldId="320"/>
            <ac:picMk id="13" creationId="{A706DE80-7F49-4DFF-843D-25777F8D5A0E}"/>
          </ac:picMkLst>
        </pc:picChg>
      </pc:sldChg>
      <pc:sldChg chg="modSp add mod ord">
        <pc:chgData name="James.Fennell" userId="c4162aff-5e19-49fe-8b7f-9a93fce91ee1" providerId="ADAL" clId="{033358A3-0B25-49F5-A2B5-C99DB75A5FC7}" dt="2021-03-14T20:57:40.390" v="844" actId="20577"/>
        <pc:sldMkLst>
          <pc:docMk/>
          <pc:sldMk cId="2456284975" sldId="321"/>
        </pc:sldMkLst>
        <pc:spChg chg="mod">
          <ac:chgData name="James.Fennell" userId="c4162aff-5e19-49fe-8b7f-9a93fce91ee1" providerId="ADAL" clId="{033358A3-0B25-49F5-A2B5-C99DB75A5FC7}" dt="2021-03-14T20:57:40.390" v="844" actId="20577"/>
          <ac:spMkLst>
            <pc:docMk/>
            <pc:sldMk cId="2456284975" sldId="321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0:57:32.718" v="841" actId="27636"/>
          <ac:spMkLst>
            <pc:docMk/>
            <pc:sldMk cId="2456284975" sldId="321"/>
            <ac:spMk id="3" creationId="{56F9FBE4-30FA-4D2C-BC4C-D7DF82D35EF9}"/>
          </ac:spMkLst>
        </pc:spChg>
      </pc:sldChg>
      <pc:sldChg chg="addSp delSp modSp add mod">
        <pc:chgData name="James.Fennell" userId="c4162aff-5e19-49fe-8b7f-9a93fce91ee1" providerId="ADAL" clId="{033358A3-0B25-49F5-A2B5-C99DB75A5FC7}" dt="2021-03-14T21:05:09.760" v="907" actId="1076"/>
        <pc:sldMkLst>
          <pc:docMk/>
          <pc:sldMk cId="2514631547" sldId="322"/>
        </pc:sldMkLst>
        <pc:spChg chg="mod">
          <ac:chgData name="James.Fennell" userId="c4162aff-5e19-49fe-8b7f-9a93fce91ee1" providerId="ADAL" clId="{033358A3-0B25-49F5-A2B5-C99DB75A5FC7}" dt="2021-03-14T21:02:53.970" v="889" actId="20577"/>
          <ac:spMkLst>
            <pc:docMk/>
            <pc:sldMk cId="2514631547" sldId="322"/>
            <ac:spMk id="3" creationId="{56F9FBE4-30FA-4D2C-BC4C-D7DF82D35EF9}"/>
          </ac:spMkLst>
        </pc:spChg>
        <pc:picChg chg="add del mod modCrop">
          <ac:chgData name="James.Fennell" userId="c4162aff-5e19-49fe-8b7f-9a93fce91ee1" providerId="ADAL" clId="{033358A3-0B25-49F5-A2B5-C99DB75A5FC7}" dt="2021-03-14T21:04:23.730" v="901" actId="22"/>
          <ac:picMkLst>
            <pc:docMk/>
            <pc:sldMk cId="2514631547" sldId="322"/>
            <ac:picMk id="5" creationId="{2A6818D9-E5B1-4A7D-8E94-13DE66C40D84}"/>
          </ac:picMkLst>
        </pc:picChg>
        <pc:picChg chg="add mod">
          <ac:chgData name="James.Fennell" userId="c4162aff-5e19-49fe-8b7f-9a93fce91ee1" providerId="ADAL" clId="{033358A3-0B25-49F5-A2B5-C99DB75A5FC7}" dt="2021-03-14T21:05:09.760" v="907" actId="1076"/>
          <ac:picMkLst>
            <pc:docMk/>
            <pc:sldMk cId="2514631547" sldId="322"/>
            <ac:picMk id="7" creationId="{F5666E0A-5641-47A6-B5CE-D96D9344D34A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1:16:48.468" v="962" actId="27636"/>
        <pc:sldMkLst>
          <pc:docMk/>
          <pc:sldMk cId="1866220439" sldId="323"/>
        </pc:sldMkLst>
        <pc:spChg chg="mod">
          <ac:chgData name="James.Fennell" userId="c4162aff-5e19-49fe-8b7f-9a93fce91ee1" providerId="ADAL" clId="{033358A3-0B25-49F5-A2B5-C99DB75A5FC7}" dt="2021-03-14T21:16:48.468" v="962" actId="27636"/>
          <ac:spMkLst>
            <pc:docMk/>
            <pc:sldMk cId="1866220439" sldId="323"/>
            <ac:spMk id="3" creationId="{56F9FBE4-30FA-4D2C-BC4C-D7DF82D35EF9}"/>
          </ac:spMkLst>
        </pc:spChg>
        <pc:picChg chg="add mod">
          <ac:chgData name="James.Fennell" userId="c4162aff-5e19-49fe-8b7f-9a93fce91ee1" providerId="ADAL" clId="{033358A3-0B25-49F5-A2B5-C99DB75A5FC7}" dt="2021-03-14T21:16:33.309" v="955" actId="1076"/>
          <ac:picMkLst>
            <pc:docMk/>
            <pc:sldMk cId="1866220439" sldId="323"/>
            <ac:picMk id="5" creationId="{071CEF4C-E12E-42E6-A1B6-AEBB9A90A3FE}"/>
          </ac:picMkLst>
        </pc:picChg>
        <pc:picChg chg="del">
          <ac:chgData name="James.Fennell" userId="c4162aff-5e19-49fe-8b7f-9a93fce91ee1" providerId="ADAL" clId="{033358A3-0B25-49F5-A2B5-C99DB75A5FC7}" dt="2021-03-14T21:06:20.831" v="935" actId="478"/>
          <ac:picMkLst>
            <pc:docMk/>
            <pc:sldMk cId="1866220439" sldId="323"/>
            <ac:picMk id="7" creationId="{F5666E0A-5641-47A6-B5CE-D96D9344D34A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1:18:35.859" v="990" actId="1076"/>
        <pc:sldMkLst>
          <pc:docMk/>
          <pc:sldMk cId="3317961601" sldId="324"/>
        </pc:sldMkLst>
        <pc:spChg chg="mod">
          <ac:chgData name="James.Fennell" userId="c4162aff-5e19-49fe-8b7f-9a93fce91ee1" providerId="ADAL" clId="{033358A3-0B25-49F5-A2B5-C99DB75A5FC7}" dt="2021-03-14T21:17:21.072" v="972" actId="20577"/>
          <ac:spMkLst>
            <pc:docMk/>
            <pc:sldMk cId="3317961601" sldId="324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1:17:50.869" v="986" actId="20577"/>
          <ac:spMkLst>
            <pc:docMk/>
            <pc:sldMk cId="3317961601" sldId="324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21:17:14.967" v="964" actId="478"/>
          <ac:picMkLst>
            <pc:docMk/>
            <pc:sldMk cId="3317961601" sldId="324"/>
            <ac:picMk id="5" creationId="{071CEF4C-E12E-42E6-A1B6-AEBB9A90A3FE}"/>
          </ac:picMkLst>
        </pc:picChg>
        <pc:picChg chg="add mod">
          <ac:chgData name="James.Fennell" userId="c4162aff-5e19-49fe-8b7f-9a93fce91ee1" providerId="ADAL" clId="{033358A3-0B25-49F5-A2B5-C99DB75A5FC7}" dt="2021-03-14T21:18:35.859" v="990" actId="1076"/>
          <ac:picMkLst>
            <pc:docMk/>
            <pc:sldMk cId="3317961601" sldId="324"/>
            <ac:picMk id="6" creationId="{F9E90F68-F720-4023-88D3-78A2177B0446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1:21:41.721" v="1009" actId="1076"/>
        <pc:sldMkLst>
          <pc:docMk/>
          <pc:sldMk cId="2295883603" sldId="325"/>
        </pc:sldMkLst>
        <pc:spChg chg="mod">
          <ac:chgData name="James.Fennell" userId="c4162aff-5e19-49fe-8b7f-9a93fce91ee1" providerId="ADAL" clId="{033358A3-0B25-49F5-A2B5-C99DB75A5FC7}" dt="2021-03-14T21:21:37.962" v="1008" actId="20577"/>
          <ac:spMkLst>
            <pc:docMk/>
            <pc:sldMk cId="2295883603" sldId="325"/>
            <ac:spMk id="3" creationId="{56F9FBE4-30FA-4D2C-BC4C-D7DF82D35EF9}"/>
          </ac:spMkLst>
        </pc:spChg>
        <pc:picChg chg="add mod">
          <ac:chgData name="James.Fennell" userId="c4162aff-5e19-49fe-8b7f-9a93fce91ee1" providerId="ADAL" clId="{033358A3-0B25-49F5-A2B5-C99DB75A5FC7}" dt="2021-03-14T21:21:41.721" v="1009" actId="1076"/>
          <ac:picMkLst>
            <pc:docMk/>
            <pc:sldMk cId="2295883603" sldId="325"/>
            <ac:picMk id="5" creationId="{579019A6-3AE7-4E1E-8A85-AC50E883D752}"/>
          </ac:picMkLst>
        </pc:picChg>
        <pc:picChg chg="del">
          <ac:chgData name="James.Fennell" userId="c4162aff-5e19-49fe-8b7f-9a93fce91ee1" providerId="ADAL" clId="{033358A3-0B25-49F5-A2B5-C99DB75A5FC7}" dt="2021-03-14T21:19:06.236" v="992" actId="478"/>
          <ac:picMkLst>
            <pc:docMk/>
            <pc:sldMk cId="2295883603" sldId="325"/>
            <ac:picMk id="6" creationId="{F9E90F68-F720-4023-88D3-78A2177B0446}"/>
          </ac:picMkLst>
        </pc:picChg>
      </pc:sldChg>
      <pc:sldChg chg="delSp modSp add mod">
        <pc:chgData name="James.Fennell" userId="c4162aff-5e19-49fe-8b7f-9a93fce91ee1" providerId="ADAL" clId="{033358A3-0B25-49F5-A2B5-C99DB75A5FC7}" dt="2021-03-14T21:22:56.126" v="1034" actId="20577"/>
        <pc:sldMkLst>
          <pc:docMk/>
          <pc:sldMk cId="3976888796" sldId="326"/>
        </pc:sldMkLst>
        <pc:spChg chg="mod">
          <ac:chgData name="James.Fennell" userId="c4162aff-5e19-49fe-8b7f-9a93fce91ee1" providerId="ADAL" clId="{033358A3-0B25-49F5-A2B5-C99DB75A5FC7}" dt="2021-03-14T21:22:09.571" v="1014" actId="20577"/>
          <ac:spMkLst>
            <pc:docMk/>
            <pc:sldMk cId="3976888796" sldId="326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1:22:56.126" v="1034" actId="20577"/>
          <ac:spMkLst>
            <pc:docMk/>
            <pc:sldMk cId="3976888796" sldId="326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21:22:17.415" v="1015" actId="478"/>
          <ac:picMkLst>
            <pc:docMk/>
            <pc:sldMk cId="3976888796" sldId="326"/>
            <ac:picMk id="5" creationId="{579019A6-3AE7-4E1E-8A85-AC50E883D752}"/>
          </ac:picMkLst>
        </pc:picChg>
      </pc:sldChg>
      <pc:sldChg chg="addSp modSp add mod">
        <pc:chgData name="James.Fennell" userId="c4162aff-5e19-49fe-8b7f-9a93fce91ee1" providerId="ADAL" clId="{033358A3-0B25-49F5-A2B5-C99DB75A5FC7}" dt="2021-03-14T21:24:35.091" v="1068" actId="27636"/>
        <pc:sldMkLst>
          <pc:docMk/>
          <pc:sldMk cId="2883233183" sldId="327"/>
        </pc:sldMkLst>
        <pc:spChg chg="mod">
          <ac:chgData name="James.Fennell" userId="c4162aff-5e19-49fe-8b7f-9a93fce91ee1" providerId="ADAL" clId="{033358A3-0B25-49F5-A2B5-C99DB75A5FC7}" dt="2021-03-14T21:23:13.865" v="1037"/>
          <ac:spMkLst>
            <pc:docMk/>
            <pc:sldMk cId="2883233183" sldId="327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1:24:35.091" v="1068" actId="27636"/>
          <ac:spMkLst>
            <pc:docMk/>
            <pc:sldMk cId="2883233183" sldId="327"/>
            <ac:spMk id="3" creationId="{56F9FBE4-30FA-4D2C-BC4C-D7DF82D35EF9}"/>
          </ac:spMkLst>
        </pc:spChg>
        <pc:picChg chg="add mod">
          <ac:chgData name="James.Fennell" userId="c4162aff-5e19-49fe-8b7f-9a93fce91ee1" providerId="ADAL" clId="{033358A3-0B25-49F5-A2B5-C99DB75A5FC7}" dt="2021-03-14T21:24:23.956" v="1062" actId="1076"/>
          <ac:picMkLst>
            <pc:docMk/>
            <pc:sldMk cId="2883233183" sldId="327"/>
            <ac:picMk id="5" creationId="{332FE41C-81C0-4515-BBAD-8DD9F5352D4D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4T21:26:37.072" v="1097" actId="1076"/>
        <pc:sldMkLst>
          <pc:docMk/>
          <pc:sldMk cId="1383878383" sldId="328"/>
        </pc:sldMkLst>
        <pc:spChg chg="mod">
          <ac:chgData name="James.Fennell" userId="c4162aff-5e19-49fe-8b7f-9a93fce91ee1" providerId="ADAL" clId="{033358A3-0B25-49F5-A2B5-C99DB75A5FC7}" dt="2021-03-14T21:26:30.377" v="1095" actId="14100"/>
          <ac:spMkLst>
            <pc:docMk/>
            <pc:sldMk cId="1383878383" sldId="328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21:25:06.247" v="1074" actId="478"/>
          <ac:picMkLst>
            <pc:docMk/>
            <pc:sldMk cId="1383878383" sldId="328"/>
            <ac:picMk id="5" creationId="{332FE41C-81C0-4515-BBAD-8DD9F5352D4D}"/>
          </ac:picMkLst>
        </pc:picChg>
        <pc:picChg chg="add mod">
          <ac:chgData name="James.Fennell" userId="c4162aff-5e19-49fe-8b7f-9a93fce91ee1" providerId="ADAL" clId="{033358A3-0B25-49F5-A2B5-C99DB75A5FC7}" dt="2021-03-14T21:26:37.072" v="1097" actId="1076"/>
          <ac:picMkLst>
            <pc:docMk/>
            <pc:sldMk cId="1383878383" sldId="328"/>
            <ac:picMk id="6" creationId="{809FBE0A-C448-424E-B9A1-AD6E12E52CAA}"/>
          </ac:picMkLst>
        </pc:picChg>
      </pc:sldChg>
      <pc:sldChg chg="addSp delSp modSp add mod setBg">
        <pc:chgData name="James.Fennell" userId="c4162aff-5e19-49fe-8b7f-9a93fce91ee1" providerId="ADAL" clId="{033358A3-0B25-49F5-A2B5-C99DB75A5FC7}" dt="2021-03-15T09:38:44.201" v="1524" actId="14100"/>
        <pc:sldMkLst>
          <pc:docMk/>
          <pc:sldMk cId="2883040822" sldId="329"/>
        </pc:sldMkLst>
        <pc:spChg chg="mod">
          <ac:chgData name="James.Fennell" userId="c4162aff-5e19-49fe-8b7f-9a93fce91ee1" providerId="ADAL" clId="{033358A3-0B25-49F5-A2B5-C99DB75A5FC7}" dt="2021-03-14T21:34:54.995" v="1155" actId="27636"/>
          <ac:spMkLst>
            <pc:docMk/>
            <pc:sldMk cId="2883040822" sldId="329"/>
            <ac:spMk id="2" creationId="{0D7E90EF-6016-4B56-B43A-882E080131B8}"/>
          </ac:spMkLst>
        </pc:spChg>
        <pc:spChg chg="mod ord">
          <ac:chgData name="James.Fennell" userId="c4162aff-5e19-49fe-8b7f-9a93fce91ee1" providerId="ADAL" clId="{033358A3-0B25-49F5-A2B5-C99DB75A5FC7}" dt="2021-03-14T21:35:13.736" v="1163" actId="20577"/>
          <ac:spMkLst>
            <pc:docMk/>
            <pc:sldMk cId="2883040822" sldId="329"/>
            <ac:spMk id="3" creationId="{56F9FBE4-30FA-4D2C-BC4C-D7DF82D35EF9}"/>
          </ac:spMkLst>
        </pc:spChg>
        <pc:spChg chg="add del">
          <ac:chgData name="James.Fennell" userId="c4162aff-5e19-49fe-8b7f-9a93fce91ee1" providerId="ADAL" clId="{033358A3-0B25-49F5-A2B5-C99DB75A5FC7}" dt="2021-03-14T21:34:48.214" v="1152" actId="26606"/>
          <ac:spMkLst>
            <pc:docMk/>
            <pc:sldMk cId="2883040822" sldId="329"/>
            <ac:spMk id="10" creationId="{52ABB703-2B0E-4C3B-B4A2-F3973548E561}"/>
          </ac:spMkLst>
        </pc:spChg>
        <pc:spChg chg="add del">
          <ac:chgData name="James.Fennell" userId="c4162aff-5e19-49fe-8b7f-9a93fce91ee1" providerId="ADAL" clId="{033358A3-0B25-49F5-A2B5-C99DB75A5FC7}" dt="2021-03-14T21:34:48.214" v="1152" actId="26606"/>
          <ac:spMkLst>
            <pc:docMk/>
            <pc:sldMk cId="2883040822" sldId="329"/>
            <ac:spMk id="14" creationId="{E95DA498-D9A2-4DA9-B9DA-B3776E08CF7E}"/>
          </ac:spMkLst>
        </pc:spChg>
        <pc:spChg chg="add del">
          <ac:chgData name="James.Fennell" userId="c4162aff-5e19-49fe-8b7f-9a93fce91ee1" providerId="ADAL" clId="{033358A3-0B25-49F5-A2B5-C99DB75A5FC7}" dt="2021-03-14T21:34:48.214" v="1152" actId="26606"/>
          <ac:spMkLst>
            <pc:docMk/>
            <pc:sldMk cId="2883040822" sldId="329"/>
            <ac:spMk id="16" creationId="{82A73093-4B9D-420D-B17E-52293703A1D4}"/>
          </ac:spMkLst>
        </pc:spChg>
        <pc:spChg chg="add">
          <ac:chgData name="James.Fennell" userId="c4162aff-5e19-49fe-8b7f-9a93fce91ee1" providerId="ADAL" clId="{033358A3-0B25-49F5-A2B5-C99DB75A5FC7}" dt="2021-03-14T21:34:48.222" v="1153" actId="26606"/>
          <ac:spMkLst>
            <pc:docMk/>
            <pc:sldMk cId="2883040822" sldId="329"/>
            <ac:spMk id="18" creationId="{990D0034-F768-41E7-85D4-F38C4DE85770}"/>
          </ac:spMkLst>
        </pc:spChg>
        <pc:spChg chg="add">
          <ac:chgData name="James.Fennell" userId="c4162aff-5e19-49fe-8b7f-9a93fce91ee1" providerId="ADAL" clId="{033358A3-0B25-49F5-A2B5-C99DB75A5FC7}" dt="2021-03-14T21:34:48.222" v="1153" actId="26606"/>
          <ac:spMkLst>
            <pc:docMk/>
            <pc:sldMk cId="2883040822" sldId="329"/>
            <ac:spMk id="19" creationId="{C4F7E42D-8B5A-4FC8-81CD-9E60171F7FA8}"/>
          </ac:spMkLst>
        </pc:spChg>
        <pc:spChg chg="add">
          <ac:chgData name="James.Fennell" userId="c4162aff-5e19-49fe-8b7f-9a93fce91ee1" providerId="ADAL" clId="{033358A3-0B25-49F5-A2B5-C99DB75A5FC7}" dt="2021-03-14T21:34:48.222" v="1153" actId="26606"/>
          <ac:spMkLst>
            <pc:docMk/>
            <pc:sldMk cId="2883040822" sldId="329"/>
            <ac:spMk id="20" creationId="{8C04651D-B9F4-4935-A02D-364153FBDF54}"/>
          </ac:spMkLst>
        </pc:spChg>
        <pc:picChg chg="add mod modCrop">
          <ac:chgData name="James.Fennell" userId="c4162aff-5e19-49fe-8b7f-9a93fce91ee1" providerId="ADAL" clId="{033358A3-0B25-49F5-A2B5-C99DB75A5FC7}" dt="2021-03-15T09:38:44.201" v="1524" actId="14100"/>
          <ac:picMkLst>
            <pc:docMk/>
            <pc:sldMk cId="2883040822" sldId="329"/>
            <ac:picMk id="5" creationId="{0222AB17-625F-455C-B8B0-B3511B4758BA}"/>
          </ac:picMkLst>
        </pc:picChg>
        <pc:picChg chg="del">
          <ac:chgData name="James.Fennell" userId="c4162aff-5e19-49fe-8b7f-9a93fce91ee1" providerId="ADAL" clId="{033358A3-0B25-49F5-A2B5-C99DB75A5FC7}" dt="2021-03-14T21:27:48.768" v="1116" actId="478"/>
          <ac:picMkLst>
            <pc:docMk/>
            <pc:sldMk cId="2883040822" sldId="329"/>
            <ac:picMk id="6" creationId="{809FBE0A-C448-424E-B9A1-AD6E12E52CAA}"/>
          </ac:picMkLst>
        </pc:picChg>
        <pc:cxnChg chg="add del">
          <ac:chgData name="James.Fennell" userId="c4162aff-5e19-49fe-8b7f-9a93fce91ee1" providerId="ADAL" clId="{033358A3-0B25-49F5-A2B5-C99DB75A5FC7}" dt="2021-03-14T21:34:48.214" v="1152" actId="26606"/>
          <ac:cxnSpMkLst>
            <pc:docMk/>
            <pc:sldMk cId="2883040822" sldId="329"/>
            <ac:cxnSpMk id="12" creationId="{9C21570E-E159-49A6-9891-FA397B7A92D3}"/>
          </ac:cxnSpMkLst>
        </pc:cxnChg>
      </pc:sldChg>
      <pc:sldChg chg="delSp modSp add mod ord">
        <pc:chgData name="James.Fennell" userId="c4162aff-5e19-49fe-8b7f-9a93fce91ee1" providerId="ADAL" clId="{033358A3-0B25-49F5-A2B5-C99DB75A5FC7}" dt="2021-03-14T21:41:15.765" v="1211" actId="20577"/>
        <pc:sldMkLst>
          <pc:docMk/>
          <pc:sldMk cId="2009499894" sldId="330"/>
        </pc:sldMkLst>
        <pc:spChg chg="mod">
          <ac:chgData name="James.Fennell" userId="c4162aff-5e19-49fe-8b7f-9a93fce91ee1" providerId="ADAL" clId="{033358A3-0B25-49F5-A2B5-C99DB75A5FC7}" dt="2021-03-14T21:39:11.201" v="1169" actId="20577"/>
          <ac:spMkLst>
            <pc:docMk/>
            <pc:sldMk cId="2009499894" sldId="330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4T21:41:15.765" v="1211" actId="20577"/>
          <ac:spMkLst>
            <pc:docMk/>
            <pc:sldMk cId="2009499894" sldId="330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4T21:39:39.822" v="1170" actId="478"/>
          <ac:picMkLst>
            <pc:docMk/>
            <pc:sldMk cId="2009499894" sldId="330"/>
            <ac:picMk id="6" creationId="{809FBE0A-C448-424E-B9A1-AD6E12E52CAA}"/>
          </ac:picMkLst>
        </pc:picChg>
      </pc:sldChg>
      <pc:sldChg chg="addSp delSp modSp add mod setBg">
        <pc:chgData name="James.Fennell" userId="c4162aff-5e19-49fe-8b7f-9a93fce91ee1" providerId="ADAL" clId="{033358A3-0B25-49F5-A2B5-C99DB75A5FC7}" dt="2021-03-15T08:27:12.228" v="1309" actId="404"/>
        <pc:sldMkLst>
          <pc:docMk/>
          <pc:sldMk cId="1731533377" sldId="331"/>
        </pc:sldMkLst>
        <pc:spChg chg="mod">
          <ac:chgData name="James.Fennell" userId="c4162aff-5e19-49fe-8b7f-9a93fce91ee1" providerId="ADAL" clId="{033358A3-0B25-49F5-A2B5-C99DB75A5FC7}" dt="2021-03-15T08:27:12.228" v="1309" actId="404"/>
          <ac:spMkLst>
            <pc:docMk/>
            <pc:sldMk cId="1731533377" sldId="331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24:33.828" v="1283" actId="20577"/>
          <ac:spMkLst>
            <pc:docMk/>
            <pc:sldMk cId="1731533377" sldId="331"/>
            <ac:spMk id="3" creationId="{56F9FBE4-30FA-4D2C-BC4C-D7DF82D35EF9}"/>
          </ac:spMkLst>
        </pc:spChg>
        <pc:spChg chg="add del">
          <ac:chgData name="James.Fennell" userId="c4162aff-5e19-49fe-8b7f-9a93fce91ee1" providerId="ADAL" clId="{033358A3-0B25-49F5-A2B5-C99DB75A5FC7}" dt="2021-03-15T08:23:52.753" v="1273"/>
          <ac:spMkLst>
            <pc:docMk/>
            <pc:sldMk cId="1731533377" sldId="331"/>
            <ac:spMk id="8" creationId="{62629BCB-895C-4100-BFE6-1ACE305FB33B}"/>
          </ac:spMkLst>
        </pc:spChg>
        <pc:spChg chg="add">
          <ac:chgData name="James.Fennell" userId="c4162aff-5e19-49fe-8b7f-9a93fce91ee1" providerId="ADAL" clId="{033358A3-0B25-49F5-A2B5-C99DB75A5FC7}" dt="2021-03-15T08:22:04.158" v="1246" actId="26606"/>
          <ac:spMkLst>
            <pc:docMk/>
            <pc:sldMk cId="1731533377" sldId="331"/>
            <ac:spMk id="12" creationId="{44CC594A-A820-450F-B363-C19201FCFEC6}"/>
          </ac:spMkLst>
        </pc:spChg>
        <pc:spChg chg="add">
          <ac:chgData name="James.Fennell" userId="c4162aff-5e19-49fe-8b7f-9a93fce91ee1" providerId="ADAL" clId="{033358A3-0B25-49F5-A2B5-C99DB75A5FC7}" dt="2021-03-15T08:22:04.158" v="1246" actId="26606"/>
          <ac:spMkLst>
            <pc:docMk/>
            <pc:sldMk cId="1731533377" sldId="331"/>
            <ac:spMk id="14" creationId="{59FAB3DA-E9ED-4574-ABCC-378BC0FF1BBC}"/>
          </ac:spMkLst>
        </pc:spChg>
        <pc:spChg chg="add">
          <ac:chgData name="James.Fennell" userId="c4162aff-5e19-49fe-8b7f-9a93fce91ee1" providerId="ADAL" clId="{033358A3-0B25-49F5-A2B5-C99DB75A5FC7}" dt="2021-03-15T08:22:04.158" v="1246" actId="26606"/>
          <ac:spMkLst>
            <pc:docMk/>
            <pc:sldMk cId="1731533377" sldId="331"/>
            <ac:spMk id="16" creationId="{53B8D6B0-55D6-48DC-86D8-FD95D5F118AB}"/>
          </ac:spMkLst>
        </pc:spChg>
        <pc:picChg chg="add del mod">
          <ac:chgData name="James.Fennell" userId="c4162aff-5e19-49fe-8b7f-9a93fce91ee1" providerId="ADAL" clId="{033358A3-0B25-49F5-A2B5-C99DB75A5FC7}" dt="2021-03-15T08:22:01.780" v="1245" actId="478"/>
          <ac:picMkLst>
            <pc:docMk/>
            <pc:sldMk cId="1731533377" sldId="331"/>
            <ac:picMk id="5" creationId="{FDAB7B71-F4FA-4F8C-9C4C-0810E77B4917}"/>
          </ac:picMkLst>
        </pc:picChg>
        <pc:picChg chg="add mod">
          <ac:chgData name="James.Fennell" userId="c4162aff-5e19-49fe-8b7f-9a93fce91ee1" providerId="ADAL" clId="{033358A3-0B25-49F5-A2B5-C99DB75A5FC7}" dt="2021-03-15T08:22:18.060" v="1252" actId="1076"/>
          <ac:picMkLst>
            <pc:docMk/>
            <pc:sldMk cId="1731533377" sldId="331"/>
            <ac:picMk id="7" creationId="{226F07CD-1F37-4A53-8DD0-3E6482BEE38A}"/>
          </ac:picMkLst>
        </pc:picChg>
        <pc:picChg chg="add mod">
          <ac:chgData name="James.Fennell" userId="c4162aff-5e19-49fe-8b7f-9a93fce91ee1" providerId="ADAL" clId="{033358A3-0B25-49F5-A2B5-C99DB75A5FC7}" dt="2021-03-15T08:23:48.468" v="1270" actId="1076"/>
          <ac:picMkLst>
            <pc:docMk/>
            <pc:sldMk cId="1731533377" sldId="331"/>
            <ac:picMk id="11" creationId="{15C8F15D-434F-41B2-A23E-A676048FDD8D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5T08:29:42.186" v="1343" actId="20577"/>
        <pc:sldMkLst>
          <pc:docMk/>
          <pc:sldMk cId="2211388952" sldId="332"/>
        </pc:sldMkLst>
        <pc:spChg chg="mod">
          <ac:chgData name="James.Fennell" userId="c4162aff-5e19-49fe-8b7f-9a93fce91ee1" providerId="ADAL" clId="{033358A3-0B25-49F5-A2B5-C99DB75A5FC7}" dt="2021-03-15T08:26:45.315" v="1295" actId="27636"/>
          <ac:spMkLst>
            <pc:docMk/>
            <pc:sldMk cId="2211388952" sldId="332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29:42.186" v="1343" actId="20577"/>
          <ac:spMkLst>
            <pc:docMk/>
            <pc:sldMk cId="2211388952" sldId="332"/>
            <ac:spMk id="3" creationId="{56F9FBE4-30FA-4D2C-BC4C-D7DF82D35EF9}"/>
          </ac:spMkLst>
        </pc:spChg>
        <pc:spChg chg="add del">
          <ac:chgData name="James.Fennell" userId="c4162aff-5e19-49fe-8b7f-9a93fce91ee1" providerId="ADAL" clId="{033358A3-0B25-49F5-A2B5-C99DB75A5FC7}" dt="2021-03-15T08:29:34.077" v="1337"/>
          <ac:spMkLst>
            <pc:docMk/>
            <pc:sldMk cId="2211388952" sldId="332"/>
            <ac:spMk id="9" creationId="{3CB904E3-773B-4A74-A2FE-D6230422B4CA}"/>
          </ac:spMkLst>
        </pc:spChg>
        <pc:picChg chg="add mod">
          <ac:chgData name="James.Fennell" userId="c4162aff-5e19-49fe-8b7f-9a93fce91ee1" providerId="ADAL" clId="{033358A3-0B25-49F5-A2B5-C99DB75A5FC7}" dt="2021-03-15T08:26:02.077" v="1287" actId="1076"/>
          <ac:picMkLst>
            <pc:docMk/>
            <pc:sldMk cId="2211388952" sldId="332"/>
            <ac:picMk id="5" creationId="{28926470-0D18-4331-8639-AFCDFD274125}"/>
          </ac:picMkLst>
        </pc:picChg>
        <pc:picChg chg="del">
          <ac:chgData name="James.Fennell" userId="c4162aff-5e19-49fe-8b7f-9a93fce91ee1" providerId="ADAL" clId="{033358A3-0B25-49F5-A2B5-C99DB75A5FC7}" dt="2021-03-15T08:25:55.540" v="1285" actId="478"/>
          <ac:picMkLst>
            <pc:docMk/>
            <pc:sldMk cId="2211388952" sldId="332"/>
            <ac:picMk id="7" creationId="{226F07CD-1F37-4A53-8DD0-3E6482BEE38A}"/>
          </ac:picMkLst>
        </pc:picChg>
        <pc:picChg chg="add mod">
          <ac:chgData name="James.Fennell" userId="c4162aff-5e19-49fe-8b7f-9a93fce91ee1" providerId="ADAL" clId="{033358A3-0B25-49F5-A2B5-C99DB75A5FC7}" dt="2021-03-15T08:26:23.625" v="1291" actId="1440"/>
          <ac:picMkLst>
            <pc:docMk/>
            <pc:sldMk cId="2211388952" sldId="332"/>
            <ac:picMk id="8" creationId="{B3E9E489-113E-4152-AD1F-1B62BF8345FB}"/>
          </ac:picMkLst>
        </pc:picChg>
        <pc:picChg chg="del">
          <ac:chgData name="James.Fennell" userId="c4162aff-5e19-49fe-8b7f-9a93fce91ee1" providerId="ADAL" clId="{033358A3-0B25-49F5-A2B5-C99DB75A5FC7}" dt="2021-03-15T08:26:17.189" v="1288" actId="478"/>
          <ac:picMkLst>
            <pc:docMk/>
            <pc:sldMk cId="2211388952" sldId="332"/>
            <ac:picMk id="11" creationId="{15C8F15D-434F-41B2-A23E-A676048FDD8D}"/>
          </ac:picMkLst>
        </pc:picChg>
      </pc:sldChg>
      <pc:sldChg chg="addSp delSp modSp add mod">
        <pc:chgData name="James.Fennell" userId="c4162aff-5e19-49fe-8b7f-9a93fce91ee1" providerId="ADAL" clId="{033358A3-0B25-49F5-A2B5-C99DB75A5FC7}" dt="2021-03-15T08:32:39.892" v="1383" actId="20577"/>
        <pc:sldMkLst>
          <pc:docMk/>
          <pc:sldMk cId="1157595865" sldId="333"/>
        </pc:sldMkLst>
        <pc:spChg chg="mod">
          <ac:chgData name="James.Fennell" userId="c4162aff-5e19-49fe-8b7f-9a93fce91ee1" providerId="ADAL" clId="{033358A3-0B25-49F5-A2B5-C99DB75A5FC7}" dt="2021-03-15T08:30:08.654" v="1346" actId="20577"/>
          <ac:spMkLst>
            <pc:docMk/>
            <pc:sldMk cId="1157595865" sldId="333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32:39.892" v="1383" actId="20577"/>
          <ac:spMkLst>
            <pc:docMk/>
            <pc:sldMk cId="1157595865" sldId="333"/>
            <ac:spMk id="3" creationId="{56F9FBE4-30FA-4D2C-BC4C-D7DF82D35EF9}"/>
          </ac:spMkLst>
        </pc:spChg>
        <pc:picChg chg="del">
          <ac:chgData name="James.Fennell" userId="c4162aff-5e19-49fe-8b7f-9a93fce91ee1" providerId="ADAL" clId="{033358A3-0B25-49F5-A2B5-C99DB75A5FC7}" dt="2021-03-15T08:32:04.500" v="1367" actId="478"/>
          <ac:picMkLst>
            <pc:docMk/>
            <pc:sldMk cId="1157595865" sldId="333"/>
            <ac:picMk id="5" creationId="{28926470-0D18-4331-8639-AFCDFD274125}"/>
          </ac:picMkLst>
        </pc:picChg>
        <pc:picChg chg="add mod">
          <ac:chgData name="James.Fennell" userId="c4162aff-5e19-49fe-8b7f-9a93fce91ee1" providerId="ADAL" clId="{033358A3-0B25-49F5-A2B5-C99DB75A5FC7}" dt="2021-03-15T08:31:19.586" v="1366" actId="1440"/>
          <ac:picMkLst>
            <pc:docMk/>
            <pc:sldMk cId="1157595865" sldId="333"/>
            <ac:picMk id="6" creationId="{9FF4EF1C-BE01-4CD1-B9D5-7571F448C8F8}"/>
          </ac:picMkLst>
        </pc:picChg>
        <pc:picChg chg="del">
          <ac:chgData name="James.Fennell" userId="c4162aff-5e19-49fe-8b7f-9a93fce91ee1" providerId="ADAL" clId="{033358A3-0B25-49F5-A2B5-C99DB75A5FC7}" dt="2021-03-15T08:31:13.703" v="1363" actId="478"/>
          <ac:picMkLst>
            <pc:docMk/>
            <pc:sldMk cId="1157595865" sldId="333"/>
            <ac:picMk id="8" creationId="{B3E9E489-113E-4152-AD1F-1B62BF8345FB}"/>
          </ac:picMkLst>
        </pc:picChg>
        <pc:picChg chg="add mod">
          <ac:chgData name="James.Fennell" userId="c4162aff-5e19-49fe-8b7f-9a93fce91ee1" providerId="ADAL" clId="{033358A3-0B25-49F5-A2B5-C99DB75A5FC7}" dt="2021-03-15T08:32:07.540" v="1369" actId="1076"/>
          <ac:picMkLst>
            <pc:docMk/>
            <pc:sldMk cId="1157595865" sldId="333"/>
            <ac:picMk id="9" creationId="{CE72180C-213B-4A8E-8817-993DF2E30D49}"/>
          </ac:picMkLst>
        </pc:picChg>
      </pc:sldChg>
      <pc:sldChg chg="addSp delSp modSp add mod ord">
        <pc:chgData name="James.Fennell" userId="c4162aff-5e19-49fe-8b7f-9a93fce91ee1" providerId="ADAL" clId="{033358A3-0B25-49F5-A2B5-C99DB75A5FC7}" dt="2021-03-15T08:51:12.474" v="1471" actId="15"/>
        <pc:sldMkLst>
          <pc:docMk/>
          <pc:sldMk cId="2086843775" sldId="334"/>
        </pc:sldMkLst>
        <pc:spChg chg="mod">
          <ac:chgData name="James.Fennell" userId="c4162aff-5e19-49fe-8b7f-9a93fce91ee1" providerId="ADAL" clId="{033358A3-0B25-49F5-A2B5-C99DB75A5FC7}" dt="2021-03-15T08:49:41.948" v="1459" actId="27636"/>
          <ac:spMkLst>
            <pc:docMk/>
            <pc:sldMk cId="2086843775" sldId="334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51:12.474" v="1471" actId="15"/>
          <ac:spMkLst>
            <pc:docMk/>
            <pc:sldMk cId="2086843775" sldId="334"/>
            <ac:spMk id="3" creationId="{56F9FBE4-30FA-4D2C-BC4C-D7DF82D35EF9}"/>
          </ac:spMkLst>
        </pc:spChg>
        <pc:picChg chg="add del mod">
          <ac:chgData name="James.Fennell" userId="c4162aff-5e19-49fe-8b7f-9a93fce91ee1" providerId="ADAL" clId="{033358A3-0B25-49F5-A2B5-C99DB75A5FC7}" dt="2021-03-15T08:50:36.961" v="1460" actId="478"/>
          <ac:picMkLst>
            <pc:docMk/>
            <pc:sldMk cId="2086843775" sldId="334"/>
            <ac:picMk id="5" creationId="{5F5F844D-DCEF-4C2B-986E-ECBAE9950E97}"/>
          </ac:picMkLst>
        </pc:picChg>
        <pc:picChg chg="del">
          <ac:chgData name="James.Fennell" userId="c4162aff-5e19-49fe-8b7f-9a93fce91ee1" providerId="ADAL" clId="{033358A3-0B25-49F5-A2B5-C99DB75A5FC7}" dt="2021-03-15T08:45:57.873" v="1386" actId="478"/>
          <ac:picMkLst>
            <pc:docMk/>
            <pc:sldMk cId="2086843775" sldId="334"/>
            <ac:picMk id="6" creationId="{9FF4EF1C-BE01-4CD1-B9D5-7571F448C8F8}"/>
          </ac:picMkLst>
        </pc:picChg>
        <pc:picChg chg="add mod">
          <ac:chgData name="James.Fennell" userId="c4162aff-5e19-49fe-8b7f-9a93fce91ee1" providerId="ADAL" clId="{033358A3-0B25-49F5-A2B5-C99DB75A5FC7}" dt="2021-03-15T08:50:41.842" v="1462" actId="1076"/>
          <ac:picMkLst>
            <pc:docMk/>
            <pc:sldMk cId="2086843775" sldId="334"/>
            <ac:picMk id="8" creationId="{CD154ED9-670A-41CF-82FA-80BC5F3C96C1}"/>
          </ac:picMkLst>
        </pc:picChg>
        <pc:picChg chg="del">
          <ac:chgData name="James.Fennell" userId="c4162aff-5e19-49fe-8b7f-9a93fce91ee1" providerId="ADAL" clId="{033358A3-0B25-49F5-A2B5-C99DB75A5FC7}" dt="2021-03-15T08:45:57.208" v="1385" actId="478"/>
          <ac:picMkLst>
            <pc:docMk/>
            <pc:sldMk cId="2086843775" sldId="334"/>
            <ac:picMk id="9" creationId="{CE72180C-213B-4A8E-8817-993DF2E30D49}"/>
          </ac:picMkLst>
        </pc:picChg>
      </pc:sldChg>
      <pc:sldChg chg="modSp add mod ord">
        <pc:chgData name="James.Fennell" userId="c4162aff-5e19-49fe-8b7f-9a93fce91ee1" providerId="ADAL" clId="{033358A3-0B25-49F5-A2B5-C99DB75A5FC7}" dt="2021-03-15T08:49:16.563" v="1456" actId="20577"/>
        <pc:sldMkLst>
          <pc:docMk/>
          <pc:sldMk cId="747501287" sldId="335"/>
        </pc:sldMkLst>
        <pc:spChg chg="mod">
          <ac:chgData name="James.Fennell" userId="c4162aff-5e19-49fe-8b7f-9a93fce91ee1" providerId="ADAL" clId="{033358A3-0B25-49F5-A2B5-C99DB75A5FC7}" dt="2021-03-15T08:47:31.542" v="1410" actId="20577"/>
          <ac:spMkLst>
            <pc:docMk/>
            <pc:sldMk cId="747501287" sldId="335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49:16.563" v="1456" actId="20577"/>
          <ac:spMkLst>
            <pc:docMk/>
            <pc:sldMk cId="747501287" sldId="335"/>
            <ac:spMk id="3" creationId="{56F9FBE4-30FA-4D2C-BC4C-D7DF82D35EF9}"/>
          </ac:spMkLst>
        </pc:spChg>
      </pc:sldChg>
      <pc:sldChg chg="addSp delSp modSp add mod">
        <pc:chgData name="James.Fennell" userId="c4162aff-5e19-49fe-8b7f-9a93fce91ee1" providerId="ADAL" clId="{033358A3-0B25-49F5-A2B5-C99DB75A5FC7}" dt="2021-03-15T08:55:43.624" v="1519" actId="15"/>
        <pc:sldMkLst>
          <pc:docMk/>
          <pc:sldMk cId="4272398848" sldId="336"/>
        </pc:sldMkLst>
        <pc:spChg chg="mod">
          <ac:chgData name="James.Fennell" userId="c4162aff-5e19-49fe-8b7f-9a93fce91ee1" providerId="ADAL" clId="{033358A3-0B25-49F5-A2B5-C99DB75A5FC7}" dt="2021-03-15T08:55:14.626" v="1498" actId="14100"/>
          <ac:spMkLst>
            <pc:docMk/>
            <pc:sldMk cId="4272398848" sldId="336"/>
            <ac:spMk id="2" creationId="{0D7E90EF-6016-4B56-B43A-882E080131B8}"/>
          </ac:spMkLst>
        </pc:spChg>
        <pc:spChg chg="mod">
          <ac:chgData name="James.Fennell" userId="c4162aff-5e19-49fe-8b7f-9a93fce91ee1" providerId="ADAL" clId="{033358A3-0B25-49F5-A2B5-C99DB75A5FC7}" dt="2021-03-15T08:55:43.624" v="1519" actId="15"/>
          <ac:spMkLst>
            <pc:docMk/>
            <pc:sldMk cId="4272398848" sldId="336"/>
            <ac:spMk id="3" creationId="{56F9FBE4-30FA-4D2C-BC4C-D7DF82D35EF9}"/>
          </ac:spMkLst>
        </pc:spChg>
        <pc:picChg chg="add mod">
          <ac:chgData name="James.Fennell" userId="c4162aff-5e19-49fe-8b7f-9a93fce91ee1" providerId="ADAL" clId="{033358A3-0B25-49F5-A2B5-C99DB75A5FC7}" dt="2021-03-15T08:53:42.145" v="1475" actId="1076"/>
          <ac:picMkLst>
            <pc:docMk/>
            <pc:sldMk cId="4272398848" sldId="336"/>
            <ac:picMk id="5" creationId="{27735A47-719E-43E5-A725-05D9C894EB8F}"/>
          </ac:picMkLst>
        </pc:picChg>
        <pc:picChg chg="del">
          <ac:chgData name="James.Fennell" userId="c4162aff-5e19-49fe-8b7f-9a93fce91ee1" providerId="ADAL" clId="{033358A3-0B25-49F5-A2B5-C99DB75A5FC7}" dt="2021-03-15T08:53:38.609" v="1473" actId="478"/>
          <ac:picMkLst>
            <pc:docMk/>
            <pc:sldMk cId="4272398848" sldId="336"/>
            <ac:picMk id="8" creationId="{CD154ED9-670A-41CF-82FA-80BC5F3C96C1}"/>
          </ac:picMkLst>
        </pc:picChg>
      </pc:sldChg>
    </pc:docChg>
  </pc:docChgLst>
  <pc:docChgLst>
    <pc:chgData name="James.Fennell" userId="c4162aff-5e19-49fe-8b7f-9a93fce91ee1" providerId="ADAL" clId="{1E4351FF-CB78-4373-8F64-FB7E299F90EA}"/>
    <pc:docChg chg="undo custSel addSld delSld modSld sldOrd">
      <pc:chgData name="James.Fennell" userId="c4162aff-5e19-49fe-8b7f-9a93fce91ee1" providerId="ADAL" clId="{1E4351FF-CB78-4373-8F64-FB7E299F90EA}" dt="2021-01-29T08:09:53.053" v="4186" actId="47"/>
      <pc:docMkLst>
        <pc:docMk/>
      </pc:docMkLst>
      <pc:sldChg chg="modSp mod">
        <pc:chgData name="James.Fennell" userId="c4162aff-5e19-49fe-8b7f-9a93fce91ee1" providerId="ADAL" clId="{1E4351FF-CB78-4373-8F64-FB7E299F90EA}" dt="2021-01-28T14:03:36.171" v="4016" actId="20577"/>
        <pc:sldMkLst>
          <pc:docMk/>
          <pc:sldMk cId="2113903491" sldId="282"/>
        </pc:sldMkLst>
        <pc:spChg chg="mod">
          <ac:chgData name="James.Fennell" userId="c4162aff-5e19-49fe-8b7f-9a93fce91ee1" providerId="ADAL" clId="{1E4351FF-CB78-4373-8F64-FB7E299F90EA}" dt="2021-01-26T07:46:58.390" v="8" actId="20577"/>
          <ac:spMkLst>
            <pc:docMk/>
            <pc:sldMk cId="2113903491" sldId="282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8T14:03:36.171" v="4016" actId="20577"/>
          <ac:spMkLst>
            <pc:docMk/>
            <pc:sldMk cId="2113903491" sldId="282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2348994910" sldId="283"/>
        </pc:sldMkLst>
      </pc:sldChg>
      <pc:sldChg chg="addSp modSp add mod">
        <pc:chgData name="James.Fennell" userId="c4162aff-5e19-49fe-8b7f-9a93fce91ee1" providerId="ADAL" clId="{1E4351FF-CB78-4373-8F64-FB7E299F90EA}" dt="2021-01-28T14:04:29.268" v="4035" actId="1076"/>
        <pc:sldMkLst>
          <pc:docMk/>
          <pc:sldMk cId="3258715009" sldId="283"/>
        </pc:sldMkLst>
        <pc:spChg chg="mod">
          <ac:chgData name="James.Fennell" userId="c4162aff-5e19-49fe-8b7f-9a93fce91ee1" providerId="ADAL" clId="{1E4351FF-CB78-4373-8F64-FB7E299F90EA}" dt="2021-01-26T07:50:30.892" v="53" actId="20577"/>
          <ac:spMkLst>
            <pc:docMk/>
            <pc:sldMk cId="3258715009" sldId="283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8T14:04:26.458" v="4034" actId="6549"/>
          <ac:spMkLst>
            <pc:docMk/>
            <pc:sldMk cId="3258715009" sldId="283"/>
            <ac:spMk id="3" creationId="{56F9FBE4-30FA-4D2C-BC4C-D7DF82D35EF9}"/>
          </ac:spMkLst>
        </pc:spChg>
        <pc:picChg chg="add mod modCrop">
          <ac:chgData name="James.Fennell" userId="c4162aff-5e19-49fe-8b7f-9a93fce91ee1" providerId="ADAL" clId="{1E4351FF-CB78-4373-8F64-FB7E299F90EA}" dt="2021-01-28T14:04:29.268" v="4035" actId="1076"/>
          <ac:picMkLst>
            <pc:docMk/>
            <pc:sldMk cId="3258715009" sldId="283"/>
            <ac:picMk id="5" creationId="{A140EC0A-F0A1-453F-8B7F-F2899E1572E8}"/>
          </ac:picMkLst>
        </pc:pic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156760571" sldId="284"/>
        </pc:sldMkLst>
      </pc:sldChg>
      <pc:sldChg chg="addSp delSp modSp add mod">
        <pc:chgData name="James.Fennell" userId="c4162aff-5e19-49fe-8b7f-9a93fce91ee1" providerId="ADAL" clId="{1E4351FF-CB78-4373-8F64-FB7E299F90EA}" dt="2021-01-26T10:18:05.039" v="1739" actId="15"/>
        <pc:sldMkLst>
          <pc:docMk/>
          <pc:sldMk cId="2260319656" sldId="284"/>
        </pc:sldMkLst>
        <pc:spChg chg="mod">
          <ac:chgData name="James.Fennell" userId="c4162aff-5e19-49fe-8b7f-9a93fce91ee1" providerId="ADAL" clId="{1E4351FF-CB78-4373-8F64-FB7E299F90EA}" dt="2021-01-26T10:18:05.039" v="1739" actId="15"/>
          <ac:spMkLst>
            <pc:docMk/>
            <pc:sldMk cId="2260319656" sldId="284"/>
            <ac:spMk id="3" creationId="{56F9FBE4-30FA-4D2C-BC4C-D7DF82D35EF9}"/>
          </ac:spMkLst>
        </pc:spChg>
        <pc:spChg chg="add del">
          <ac:chgData name="James.Fennell" userId="c4162aff-5e19-49fe-8b7f-9a93fce91ee1" providerId="ADAL" clId="{1E4351FF-CB78-4373-8F64-FB7E299F90EA}" dt="2021-01-26T07:54:04.370" v="98"/>
          <ac:spMkLst>
            <pc:docMk/>
            <pc:sldMk cId="2260319656" sldId="284"/>
            <ac:spMk id="4" creationId="{9D869027-9DA4-4673-9004-3E76230CAA96}"/>
          </ac:spMkLst>
        </pc:spChg>
        <pc:spChg chg="add del mod">
          <ac:chgData name="James.Fennell" userId="c4162aff-5e19-49fe-8b7f-9a93fce91ee1" providerId="ADAL" clId="{1E4351FF-CB78-4373-8F64-FB7E299F90EA}" dt="2021-01-26T07:54:04.054" v="97"/>
          <ac:spMkLst>
            <pc:docMk/>
            <pc:sldMk cId="2260319656" sldId="284"/>
            <ac:spMk id="5" creationId="{B61A4A39-1F7A-49F7-AE03-B4FA9A94712D}"/>
          </ac:spMkLst>
        </pc:spChg>
        <pc:spChg chg="add del mod">
          <ac:chgData name="James.Fennell" userId="c4162aff-5e19-49fe-8b7f-9a93fce91ee1" providerId="ADAL" clId="{1E4351FF-CB78-4373-8F64-FB7E299F90EA}" dt="2021-01-26T07:54:03.754" v="96"/>
          <ac:spMkLst>
            <pc:docMk/>
            <pc:sldMk cId="2260319656" sldId="284"/>
            <ac:spMk id="6" creationId="{FCB0D191-EF54-409E-8A85-C85C94F85D34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133408864" sldId="285"/>
        </pc:sldMkLst>
      </pc:sldChg>
      <pc:sldChg chg="modSp add del mod">
        <pc:chgData name="James.Fennell" userId="c4162aff-5e19-49fe-8b7f-9a93fce91ee1" providerId="ADAL" clId="{1E4351FF-CB78-4373-8F64-FB7E299F90EA}" dt="2021-01-26T10:18:33.076" v="1740" actId="47"/>
        <pc:sldMkLst>
          <pc:docMk/>
          <pc:sldMk cId="4160053821" sldId="285"/>
        </pc:sldMkLst>
        <pc:spChg chg="mod">
          <ac:chgData name="James.Fennell" userId="c4162aff-5e19-49fe-8b7f-9a93fce91ee1" providerId="ADAL" clId="{1E4351FF-CB78-4373-8F64-FB7E299F90EA}" dt="2021-01-26T07:54:34.048" v="114" actId="20577"/>
          <ac:spMkLst>
            <pc:docMk/>
            <pc:sldMk cId="4160053821" sldId="285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6T10:04:48.028" v="1133" actId="20577"/>
          <ac:spMkLst>
            <pc:docMk/>
            <pc:sldMk cId="4160053821" sldId="285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1166857402" sldId="286"/>
        </pc:sldMkLst>
      </pc:sldChg>
      <pc:sldChg chg="add del">
        <pc:chgData name="James.Fennell" userId="c4162aff-5e19-49fe-8b7f-9a93fce91ee1" providerId="ADAL" clId="{1E4351FF-CB78-4373-8F64-FB7E299F90EA}" dt="2021-01-27T15:33:08.684" v="3120" actId="47"/>
        <pc:sldMkLst>
          <pc:docMk/>
          <pc:sldMk cId="1202271699" sldId="286"/>
        </pc:sldMkLst>
      </pc:sldChg>
      <pc:sldChg chg="modSp add del mod">
        <pc:chgData name="James.Fennell" userId="c4162aff-5e19-49fe-8b7f-9a93fce91ee1" providerId="ADAL" clId="{1E4351FF-CB78-4373-8F64-FB7E299F90EA}" dt="2021-01-27T15:33:49.549" v="3121" actId="47"/>
        <pc:sldMkLst>
          <pc:docMk/>
          <pc:sldMk cId="3903966641" sldId="287"/>
        </pc:sldMkLst>
        <pc:spChg chg="mod">
          <ac:chgData name="James.Fennell" userId="c4162aff-5e19-49fe-8b7f-9a93fce91ee1" providerId="ADAL" clId="{1E4351FF-CB78-4373-8F64-FB7E299F90EA}" dt="2021-01-26T16:32:13.535" v="1919" actId="404"/>
          <ac:spMkLst>
            <pc:docMk/>
            <pc:sldMk cId="3903966641" sldId="287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6T16:44:31.966" v="2707" actId="27636"/>
          <ac:spMkLst>
            <pc:docMk/>
            <pc:sldMk cId="3903966641" sldId="287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4057944499" sldId="287"/>
        </pc:sldMkLst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1025943694" sldId="288"/>
        </pc:sldMkLst>
      </pc:sldChg>
      <pc:sldChg chg="modSp add mod">
        <pc:chgData name="James.Fennell" userId="c4162aff-5e19-49fe-8b7f-9a93fce91ee1" providerId="ADAL" clId="{1E4351FF-CB78-4373-8F64-FB7E299F90EA}" dt="2021-01-26T10:25:50.610" v="1892" actId="114"/>
        <pc:sldMkLst>
          <pc:docMk/>
          <pc:sldMk cId="2859892200" sldId="288"/>
        </pc:sldMkLst>
        <pc:spChg chg="mod">
          <ac:chgData name="James.Fennell" userId="c4162aff-5e19-49fe-8b7f-9a93fce91ee1" providerId="ADAL" clId="{1E4351FF-CB78-4373-8F64-FB7E299F90EA}" dt="2021-01-26T10:01:39.668" v="1122" actId="20577"/>
          <ac:spMkLst>
            <pc:docMk/>
            <pc:sldMk cId="2859892200" sldId="288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6T10:25:50.610" v="1892" actId="114"/>
          <ac:spMkLst>
            <pc:docMk/>
            <pc:sldMk cId="2859892200" sldId="288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897937415" sldId="289"/>
        </pc:sldMkLst>
      </pc:sldChg>
      <pc:sldChg chg="modSp add del mod">
        <pc:chgData name="James.Fennell" userId="c4162aff-5e19-49fe-8b7f-9a93fce91ee1" providerId="ADAL" clId="{1E4351FF-CB78-4373-8F64-FB7E299F90EA}" dt="2021-01-26T16:35:34.656" v="1925" actId="47"/>
        <pc:sldMkLst>
          <pc:docMk/>
          <pc:sldMk cId="2558866647" sldId="289"/>
        </pc:sldMkLst>
        <pc:spChg chg="mod">
          <ac:chgData name="James.Fennell" userId="c4162aff-5e19-49fe-8b7f-9a93fce91ee1" providerId="ADAL" clId="{1E4351FF-CB78-4373-8F64-FB7E299F90EA}" dt="2021-01-26T10:24:13.378" v="1760" actId="20577"/>
          <ac:spMkLst>
            <pc:docMk/>
            <pc:sldMk cId="2558866647" sldId="289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1E4351FF-CB78-4373-8F64-FB7E299F90EA}" dt="2021-01-29T08:07:40.859" v="4140" actId="404"/>
        <pc:sldMkLst>
          <pc:docMk/>
          <pc:sldMk cId="2074211409" sldId="290"/>
        </pc:sldMkLst>
        <pc:spChg chg="mod">
          <ac:chgData name="James.Fennell" userId="c4162aff-5e19-49fe-8b7f-9a93fce91ee1" providerId="ADAL" clId="{1E4351FF-CB78-4373-8F64-FB7E299F90EA}" dt="2021-01-29T08:07:40.859" v="4140" actId="404"/>
          <ac:spMkLst>
            <pc:docMk/>
            <pc:sldMk cId="2074211409" sldId="290"/>
            <ac:spMk id="3" creationId="{56F9FBE4-30FA-4D2C-BC4C-D7DF82D35EF9}"/>
          </ac:spMkLst>
        </pc:spChg>
      </pc:sldChg>
      <pc:sldChg chg="del">
        <pc:chgData name="James.Fennell" userId="c4162aff-5e19-49fe-8b7f-9a93fce91ee1" providerId="ADAL" clId="{1E4351FF-CB78-4373-8F64-FB7E299F90EA}" dt="2021-01-26T07:46:20.412" v="0" actId="47"/>
        <pc:sldMkLst>
          <pc:docMk/>
          <pc:sldMk cId="2338793282" sldId="290"/>
        </pc:sldMkLst>
      </pc:sldChg>
      <pc:sldChg chg="modSp add del mod">
        <pc:chgData name="James.Fennell" userId="c4162aff-5e19-49fe-8b7f-9a93fce91ee1" providerId="ADAL" clId="{1E4351FF-CB78-4373-8F64-FB7E299F90EA}" dt="2021-01-27T15:32:45.078" v="3119" actId="47"/>
        <pc:sldMkLst>
          <pc:docMk/>
          <pc:sldMk cId="3319686271" sldId="291"/>
        </pc:sldMkLst>
        <pc:spChg chg="mod">
          <ac:chgData name="James.Fennell" userId="c4162aff-5e19-49fe-8b7f-9a93fce91ee1" providerId="ADAL" clId="{1E4351FF-CB78-4373-8F64-FB7E299F90EA}" dt="2021-01-26T10:23:47.968" v="1756" actId="404"/>
          <ac:spMkLst>
            <pc:docMk/>
            <pc:sldMk cId="3319686271" sldId="291"/>
            <ac:spMk id="2" creationId="{0D7E90EF-6016-4B56-B43A-882E080131B8}"/>
          </ac:spMkLst>
        </pc:spChg>
      </pc:sldChg>
      <pc:sldChg chg="modSp add del mod">
        <pc:chgData name="James.Fennell" userId="c4162aff-5e19-49fe-8b7f-9a93fce91ee1" providerId="ADAL" clId="{1E4351FF-CB78-4373-8F64-FB7E299F90EA}" dt="2021-01-26T10:15:31.441" v="1652" actId="47"/>
        <pc:sldMkLst>
          <pc:docMk/>
          <pc:sldMk cId="3958108770" sldId="291"/>
        </pc:sldMkLst>
        <pc:spChg chg="mod">
          <ac:chgData name="James.Fennell" userId="c4162aff-5e19-49fe-8b7f-9a93fce91ee1" providerId="ADAL" clId="{1E4351FF-CB78-4373-8F64-FB7E299F90EA}" dt="2021-01-26T10:08:28.527" v="1525" actId="20577"/>
          <ac:spMkLst>
            <pc:docMk/>
            <pc:sldMk cId="3958108770" sldId="291"/>
            <ac:spMk id="3" creationId="{56F9FBE4-30FA-4D2C-BC4C-D7DF82D35EF9}"/>
          </ac:spMkLst>
        </pc:spChg>
      </pc:sldChg>
      <pc:sldChg chg="add del">
        <pc:chgData name="James.Fennell" userId="c4162aff-5e19-49fe-8b7f-9a93fce91ee1" providerId="ADAL" clId="{1E4351FF-CB78-4373-8F64-FB7E299F90EA}" dt="2021-01-26T16:35:34.656" v="1925" actId="47"/>
        <pc:sldMkLst>
          <pc:docMk/>
          <pc:sldMk cId="762248532" sldId="292"/>
        </pc:sldMkLst>
      </pc:sldChg>
      <pc:sldChg chg="modSp add mod ord">
        <pc:chgData name="James.Fennell" userId="c4162aff-5e19-49fe-8b7f-9a93fce91ee1" providerId="ADAL" clId="{1E4351FF-CB78-4373-8F64-FB7E299F90EA}" dt="2021-01-28T14:05:27.935" v="4037" actId="27636"/>
        <pc:sldMkLst>
          <pc:docMk/>
          <pc:sldMk cId="1383886666" sldId="293"/>
        </pc:sldMkLst>
        <pc:spChg chg="mod">
          <ac:chgData name="James.Fennell" userId="c4162aff-5e19-49fe-8b7f-9a93fce91ee1" providerId="ADAL" clId="{1E4351FF-CB78-4373-8F64-FB7E299F90EA}" dt="2021-01-26T10:32:23.478" v="1901" actId="27636"/>
          <ac:spMkLst>
            <pc:docMk/>
            <pc:sldMk cId="1383886666" sldId="293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8T14:05:27.935" v="4037" actId="27636"/>
          <ac:spMkLst>
            <pc:docMk/>
            <pc:sldMk cId="1383886666" sldId="293"/>
            <ac:spMk id="3" creationId="{56F9FBE4-30FA-4D2C-BC4C-D7DF82D35EF9}"/>
          </ac:spMkLst>
        </pc:spChg>
      </pc:sldChg>
      <pc:sldChg chg="modSp add mod ord">
        <pc:chgData name="James.Fennell" userId="c4162aff-5e19-49fe-8b7f-9a93fce91ee1" providerId="ADAL" clId="{1E4351FF-CB78-4373-8F64-FB7E299F90EA}" dt="2021-01-27T15:34:05.266" v="3124" actId="20578"/>
        <pc:sldMkLst>
          <pc:docMk/>
          <pc:sldMk cId="2583278349" sldId="294"/>
        </pc:sldMkLst>
        <pc:spChg chg="mod">
          <ac:chgData name="James.Fennell" userId="c4162aff-5e19-49fe-8b7f-9a93fce91ee1" providerId="ADAL" clId="{1E4351FF-CB78-4373-8F64-FB7E299F90EA}" dt="2021-01-26T16:44:24.339" v="2705" actId="27636"/>
          <ac:spMkLst>
            <pc:docMk/>
            <pc:sldMk cId="2583278349" sldId="294"/>
            <ac:spMk id="3" creationId="{56F9FBE4-30FA-4D2C-BC4C-D7DF82D35EF9}"/>
          </ac:spMkLst>
        </pc:spChg>
      </pc:sldChg>
      <pc:sldChg chg="modSp add del mod">
        <pc:chgData name="James.Fennell" userId="c4162aff-5e19-49fe-8b7f-9a93fce91ee1" providerId="ADAL" clId="{1E4351FF-CB78-4373-8F64-FB7E299F90EA}" dt="2021-01-29T08:01:32.744" v="4038" actId="47"/>
        <pc:sldMkLst>
          <pc:docMk/>
          <pc:sldMk cId="4266457506" sldId="295"/>
        </pc:sldMkLst>
        <pc:spChg chg="mod">
          <ac:chgData name="James.Fennell" userId="c4162aff-5e19-49fe-8b7f-9a93fce91ee1" providerId="ADAL" clId="{1E4351FF-CB78-4373-8F64-FB7E299F90EA}" dt="2021-01-27T09:26:58.512" v="2716" actId="27636"/>
          <ac:spMkLst>
            <pc:docMk/>
            <pc:sldMk cId="4266457506" sldId="295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7T09:27:36.520" v="2732" actId="20577"/>
          <ac:spMkLst>
            <pc:docMk/>
            <pc:sldMk cId="4266457506" sldId="295"/>
            <ac:spMk id="3" creationId="{56F9FBE4-30FA-4D2C-BC4C-D7DF82D35EF9}"/>
          </ac:spMkLst>
        </pc:spChg>
      </pc:sldChg>
      <pc:sldChg chg="modSp add del mod">
        <pc:chgData name="James.Fennell" userId="c4162aff-5e19-49fe-8b7f-9a93fce91ee1" providerId="ADAL" clId="{1E4351FF-CB78-4373-8F64-FB7E299F90EA}" dt="2021-01-29T08:01:48.593" v="4039" actId="47"/>
        <pc:sldMkLst>
          <pc:docMk/>
          <pc:sldMk cId="3191187960" sldId="296"/>
        </pc:sldMkLst>
        <pc:spChg chg="mod">
          <ac:chgData name="James.Fennell" userId="c4162aff-5e19-49fe-8b7f-9a93fce91ee1" providerId="ADAL" clId="{1E4351FF-CB78-4373-8F64-FB7E299F90EA}" dt="2021-01-27T09:28:45.561" v="2759" actId="6549"/>
          <ac:spMkLst>
            <pc:docMk/>
            <pc:sldMk cId="3191187960" sldId="296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7T09:30:35.552" v="2791" actId="20577"/>
          <ac:spMkLst>
            <pc:docMk/>
            <pc:sldMk cId="3191187960" sldId="296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1E4351FF-CB78-4373-8F64-FB7E299F90EA}" dt="2021-01-27T10:17:41.140" v="2992" actId="20577"/>
        <pc:sldMkLst>
          <pc:docMk/>
          <pc:sldMk cId="4098973475" sldId="297"/>
        </pc:sldMkLst>
        <pc:spChg chg="mod">
          <ac:chgData name="James.Fennell" userId="c4162aff-5e19-49fe-8b7f-9a93fce91ee1" providerId="ADAL" clId="{1E4351FF-CB78-4373-8F64-FB7E299F90EA}" dt="2021-01-27T10:08:21.318" v="2808" actId="20577"/>
          <ac:spMkLst>
            <pc:docMk/>
            <pc:sldMk cId="4098973475" sldId="297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7T10:17:41.140" v="2992" actId="20577"/>
          <ac:spMkLst>
            <pc:docMk/>
            <pc:sldMk cId="4098973475" sldId="297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1E4351FF-CB78-4373-8F64-FB7E299F90EA}" dt="2021-01-28T13:56:00.786" v="3425" actId="20577"/>
        <pc:sldMkLst>
          <pc:docMk/>
          <pc:sldMk cId="1001421015" sldId="298"/>
        </pc:sldMkLst>
        <pc:spChg chg="mod">
          <ac:chgData name="James.Fennell" userId="c4162aff-5e19-49fe-8b7f-9a93fce91ee1" providerId="ADAL" clId="{1E4351FF-CB78-4373-8F64-FB7E299F90EA}" dt="2021-01-28T13:56:00.786" v="3425" actId="20577"/>
          <ac:spMkLst>
            <pc:docMk/>
            <pc:sldMk cId="1001421015" sldId="298"/>
            <ac:spMk id="3" creationId="{56F9FBE4-30FA-4D2C-BC4C-D7DF82D35EF9}"/>
          </ac:spMkLst>
        </pc:spChg>
      </pc:sldChg>
      <pc:sldChg chg="modSp add mod">
        <pc:chgData name="James.Fennell" userId="c4162aff-5e19-49fe-8b7f-9a93fce91ee1" providerId="ADAL" clId="{1E4351FF-CB78-4373-8F64-FB7E299F90EA}" dt="2021-01-27T10:23:53.623" v="3112" actId="20577"/>
        <pc:sldMkLst>
          <pc:docMk/>
          <pc:sldMk cId="578903691" sldId="299"/>
        </pc:sldMkLst>
        <pc:spChg chg="mod">
          <ac:chgData name="James.Fennell" userId="c4162aff-5e19-49fe-8b7f-9a93fce91ee1" providerId="ADAL" clId="{1E4351FF-CB78-4373-8F64-FB7E299F90EA}" dt="2021-01-27T10:23:53.623" v="3112" actId="20577"/>
          <ac:spMkLst>
            <pc:docMk/>
            <pc:sldMk cId="578903691" sldId="299"/>
            <ac:spMk id="3" creationId="{56F9FBE4-30FA-4D2C-BC4C-D7DF82D35EF9}"/>
          </ac:spMkLst>
        </pc:spChg>
      </pc:sldChg>
      <pc:sldChg chg="addSp modSp add mod">
        <pc:chgData name="James.Fennell" userId="c4162aff-5e19-49fe-8b7f-9a93fce91ee1" providerId="ADAL" clId="{1E4351FF-CB78-4373-8F64-FB7E299F90EA}" dt="2021-01-28T13:54:56.686" v="3413"/>
        <pc:sldMkLst>
          <pc:docMk/>
          <pc:sldMk cId="3257599923" sldId="300"/>
        </pc:sldMkLst>
        <pc:spChg chg="mod">
          <ac:chgData name="James.Fennell" userId="c4162aff-5e19-49fe-8b7f-9a93fce91ee1" providerId="ADAL" clId="{1E4351FF-CB78-4373-8F64-FB7E299F90EA}" dt="2021-01-28T13:54:56.686" v="3413"/>
          <ac:spMkLst>
            <pc:docMk/>
            <pc:sldMk cId="3257599923" sldId="300"/>
            <ac:spMk id="3" creationId="{56F9FBE4-30FA-4D2C-BC4C-D7DF82D35EF9}"/>
          </ac:spMkLst>
        </pc:spChg>
        <pc:picChg chg="add mod">
          <ac:chgData name="James.Fennell" userId="c4162aff-5e19-49fe-8b7f-9a93fce91ee1" providerId="ADAL" clId="{1E4351FF-CB78-4373-8F64-FB7E299F90EA}" dt="2021-01-28T13:54:45.599" v="3407" actId="1076"/>
          <ac:picMkLst>
            <pc:docMk/>
            <pc:sldMk cId="3257599923" sldId="300"/>
            <ac:picMk id="5" creationId="{307CAD46-0297-4D39-8CE0-88EF75ECF3E3}"/>
          </ac:picMkLst>
        </pc:picChg>
        <pc:picChg chg="add mod">
          <ac:chgData name="James.Fennell" userId="c4162aff-5e19-49fe-8b7f-9a93fce91ee1" providerId="ADAL" clId="{1E4351FF-CB78-4373-8F64-FB7E299F90EA}" dt="2021-01-28T13:54:36.397" v="3405" actId="1076"/>
          <ac:picMkLst>
            <pc:docMk/>
            <pc:sldMk cId="3257599923" sldId="300"/>
            <ac:picMk id="7" creationId="{A7ED7DCE-766E-4E81-97E9-E64E47EAE8C9}"/>
          </ac:picMkLst>
        </pc:picChg>
        <pc:picChg chg="add mod modCrop">
          <ac:chgData name="James.Fennell" userId="c4162aff-5e19-49fe-8b7f-9a93fce91ee1" providerId="ADAL" clId="{1E4351FF-CB78-4373-8F64-FB7E299F90EA}" dt="2021-01-28T13:54:19.478" v="3402" actId="1440"/>
          <ac:picMkLst>
            <pc:docMk/>
            <pc:sldMk cId="3257599923" sldId="300"/>
            <ac:picMk id="9" creationId="{366D5573-119B-4F79-8C1D-CA26E6005389}"/>
          </ac:picMkLst>
        </pc:picChg>
      </pc:sldChg>
      <pc:sldChg chg="modSp add mod">
        <pc:chgData name="James.Fennell" userId="c4162aff-5e19-49fe-8b7f-9a93fce91ee1" providerId="ADAL" clId="{1E4351FF-CB78-4373-8F64-FB7E299F90EA}" dt="2021-01-28T14:03:24.082" v="4014" actId="20577"/>
        <pc:sldMkLst>
          <pc:docMk/>
          <pc:sldMk cId="1177478080" sldId="301"/>
        </pc:sldMkLst>
        <pc:spChg chg="mod">
          <ac:chgData name="James.Fennell" userId="c4162aff-5e19-49fe-8b7f-9a93fce91ee1" providerId="ADAL" clId="{1E4351FF-CB78-4373-8F64-FB7E299F90EA}" dt="2021-01-28T13:58:59.930" v="3455" actId="20577"/>
          <ac:spMkLst>
            <pc:docMk/>
            <pc:sldMk cId="1177478080" sldId="301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8T14:03:24.082" v="4014" actId="20577"/>
          <ac:spMkLst>
            <pc:docMk/>
            <pc:sldMk cId="1177478080" sldId="301"/>
            <ac:spMk id="3" creationId="{56F9FBE4-30FA-4D2C-BC4C-D7DF82D35EF9}"/>
          </ac:spMkLst>
        </pc:spChg>
      </pc:sldChg>
      <pc:sldChg chg="add del">
        <pc:chgData name="James.Fennell" userId="c4162aff-5e19-49fe-8b7f-9a93fce91ee1" providerId="ADAL" clId="{1E4351FF-CB78-4373-8F64-FB7E299F90EA}" dt="2021-01-28T13:03:13.069" v="3137"/>
        <pc:sldMkLst>
          <pc:docMk/>
          <pc:sldMk cId="3057363944" sldId="301"/>
        </pc:sldMkLst>
      </pc:sldChg>
      <pc:sldChg chg="new del">
        <pc:chgData name="James.Fennell" userId="c4162aff-5e19-49fe-8b7f-9a93fce91ee1" providerId="ADAL" clId="{1E4351FF-CB78-4373-8F64-FB7E299F90EA}" dt="2021-01-29T08:09:53.053" v="4186" actId="47"/>
        <pc:sldMkLst>
          <pc:docMk/>
          <pc:sldMk cId="3235466224" sldId="302"/>
        </pc:sldMkLst>
      </pc:sldChg>
      <pc:sldChg chg="add del">
        <pc:chgData name="James.Fennell" userId="c4162aff-5e19-49fe-8b7f-9a93fce91ee1" providerId="ADAL" clId="{1E4351FF-CB78-4373-8F64-FB7E299F90EA}" dt="2021-01-29T08:07:52.561" v="4141" actId="47"/>
        <pc:sldMkLst>
          <pc:docMk/>
          <pc:sldMk cId="59289571" sldId="303"/>
        </pc:sldMkLst>
      </pc:sldChg>
      <pc:sldChg chg="modSp add mod">
        <pc:chgData name="James.Fennell" userId="c4162aff-5e19-49fe-8b7f-9a93fce91ee1" providerId="ADAL" clId="{1E4351FF-CB78-4373-8F64-FB7E299F90EA}" dt="2021-01-29T08:08:30.304" v="4171" actId="15"/>
        <pc:sldMkLst>
          <pc:docMk/>
          <pc:sldMk cId="467340043" sldId="303"/>
        </pc:sldMkLst>
        <pc:spChg chg="mod">
          <ac:chgData name="James.Fennell" userId="c4162aff-5e19-49fe-8b7f-9a93fce91ee1" providerId="ADAL" clId="{1E4351FF-CB78-4373-8F64-FB7E299F90EA}" dt="2021-01-29T08:08:21.351" v="4145" actId="20577"/>
          <ac:spMkLst>
            <pc:docMk/>
            <pc:sldMk cId="467340043" sldId="303"/>
            <ac:spMk id="2" creationId="{0D7E90EF-6016-4B56-B43A-882E080131B8}"/>
          </ac:spMkLst>
        </pc:spChg>
        <pc:spChg chg="mod">
          <ac:chgData name="James.Fennell" userId="c4162aff-5e19-49fe-8b7f-9a93fce91ee1" providerId="ADAL" clId="{1E4351FF-CB78-4373-8F64-FB7E299F90EA}" dt="2021-01-29T08:08:30.304" v="4171" actId="15"/>
          <ac:spMkLst>
            <pc:docMk/>
            <pc:sldMk cId="467340043" sldId="303"/>
            <ac:spMk id="3" creationId="{56F9FBE4-30FA-4D2C-BC4C-D7DF82D35EF9}"/>
          </ac:spMkLst>
        </pc:spChg>
      </pc:sldChg>
      <pc:sldChg chg="modSp add mod ord">
        <pc:chgData name="James.Fennell" userId="c4162aff-5e19-49fe-8b7f-9a93fce91ee1" providerId="ADAL" clId="{1E4351FF-CB78-4373-8F64-FB7E299F90EA}" dt="2021-01-29T08:08:56.578" v="4175"/>
        <pc:sldMkLst>
          <pc:docMk/>
          <pc:sldMk cId="795224172" sldId="304"/>
        </pc:sldMkLst>
        <pc:spChg chg="mod">
          <ac:chgData name="James.Fennell" userId="c4162aff-5e19-49fe-8b7f-9a93fce91ee1" providerId="ADAL" clId="{1E4351FF-CB78-4373-8F64-FB7E299F90EA}" dt="2021-01-29T08:08:56.578" v="4175"/>
          <ac:spMkLst>
            <pc:docMk/>
            <pc:sldMk cId="795224172" sldId="304"/>
            <ac:spMk id="3" creationId="{56F9FBE4-30FA-4D2C-BC4C-D7DF82D35EF9}"/>
          </ac:spMkLst>
        </pc:spChg>
      </pc:sldChg>
      <pc:sldChg chg="add del">
        <pc:chgData name="James.Fennell" userId="c4162aff-5e19-49fe-8b7f-9a93fce91ee1" providerId="ADAL" clId="{1E4351FF-CB78-4373-8F64-FB7E299F90EA}" dt="2021-01-29T08:09:22.070" v="4180" actId="47"/>
        <pc:sldMkLst>
          <pc:docMk/>
          <pc:sldMk cId="617952384" sldId="305"/>
        </pc:sldMkLst>
      </pc:sldChg>
      <pc:sldChg chg="modSp add mod ord">
        <pc:chgData name="James.Fennell" userId="c4162aff-5e19-49fe-8b7f-9a93fce91ee1" providerId="ADAL" clId="{1E4351FF-CB78-4373-8F64-FB7E299F90EA}" dt="2021-01-29T08:09:26.307" v="4181"/>
        <pc:sldMkLst>
          <pc:docMk/>
          <pc:sldMk cId="369877187" sldId="306"/>
        </pc:sldMkLst>
        <pc:spChg chg="mod">
          <ac:chgData name="James.Fennell" userId="c4162aff-5e19-49fe-8b7f-9a93fce91ee1" providerId="ADAL" clId="{1E4351FF-CB78-4373-8F64-FB7E299F90EA}" dt="2021-01-29T08:09:26.307" v="4181"/>
          <ac:spMkLst>
            <pc:docMk/>
            <pc:sldMk cId="369877187" sldId="306"/>
            <ac:spMk id="3" creationId="{56F9FBE4-30FA-4D2C-BC4C-D7DF82D35EF9}"/>
          </ac:spMkLst>
        </pc:spChg>
      </pc:sldChg>
      <pc:sldChg chg="modSp add mod ord">
        <pc:chgData name="James.Fennell" userId="c4162aff-5e19-49fe-8b7f-9a93fce91ee1" providerId="ADAL" clId="{1E4351FF-CB78-4373-8F64-FB7E299F90EA}" dt="2021-01-29T08:09:51.227" v="4185"/>
        <pc:sldMkLst>
          <pc:docMk/>
          <pc:sldMk cId="2018587852" sldId="307"/>
        </pc:sldMkLst>
        <pc:spChg chg="mod">
          <ac:chgData name="James.Fennell" userId="c4162aff-5e19-49fe-8b7f-9a93fce91ee1" providerId="ADAL" clId="{1E4351FF-CB78-4373-8F64-FB7E299F90EA}" dt="2021-01-29T08:09:51.227" v="4185"/>
          <ac:spMkLst>
            <pc:docMk/>
            <pc:sldMk cId="2018587852" sldId="307"/>
            <ac:spMk id="3" creationId="{56F9FBE4-30FA-4D2C-BC4C-D7DF82D35EF9}"/>
          </ac:spMkLst>
        </pc:spChg>
      </pc:sldChg>
    </pc:docChg>
  </pc:docChgLst>
  <pc:docChgLst>
    <pc:chgData name="James.Fennell" userId="c4162aff-5e19-49fe-8b7f-9a93fce91ee1" providerId="ADAL" clId="{712EEB8F-B525-4390-9999-B71326CD6ACF}"/>
    <pc:docChg chg="undo custSel addSld delSld modSld">
      <pc:chgData name="James.Fennell" userId="c4162aff-5e19-49fe-8b7f-9a93fce91ee1" providerId="ADAL" clId="{712EEB8F-B525-4390-9999-B71326CD6ACF}" dt="2020-01-03T15:40:38.708" v="604" actId="20577"/>
      <pc:docMkLst>
        <pc:docMk/>
      </pc:docMkLst>
      <pc:sldChg chg="addSp delSp modSp">
        <pc:chgData name="James.Fennell" userId="c4162aff-5e19-49fe-8b7f-9a93fce91ee1" providerId="ADAL" clId="{712EEB8F-B525-4390-9999-B71326CD6ACF}" dt="2020-01-02T18:01:51.429" v="45" actId="171"/>
        <pc:sldMkLst>
          <pc:docMk/>
          <pc:sldMk cId="1177948485" sldId="256"/>
        </pc:sldMkLst>
        <pc:spChg chg="mod">
          <ac:chgData name="James.Fennell" userId="c4162aff-5e19-49fe-8b7f-9a93fce91ee1" providerId="ADAL" clId="{712EEB8F-B525-4390-9999-B71326CD6ACF}" dt="2020-01-02T18:01:30.292" v="39" actId="20577"/>
          <ac:spMkLst>
            <pc:docMk/>
            <pc:sldMk cId="1177948485" sldId="256"/>
            <ac:spMk id="2" creationId="{48080C72-166F-4CE5-AF33-AFE7646B78EB}"/>
          </ac:spMkLst>
        </pc:spChg>
        <pc:picChg chg="add del mod ord">
          <ac:chgData name="James.Fennell" userId="c4162aff-5e19-49fe-8b7f-9a93fce91ee1" providerId="ADAL" clId="{712EEB8F-B525-4390-9999-B71326CD6ACF}" dt="2020-01-02T18:01:25.697" v="35"/>
          <ac:picMkLst>
            <pc:docMk/>
            <pc:sldMk cId="1177948485" sldId="256"/>
            <ac:picMk id="4" creationId="{58C19D43-8FF3-4B48-9F68-D3E2E4AF15DC}"/>
          </ac:picMkLst>
        </pc:picChg>
        <pc:picChg chg="add del">
          <ac:chgData name="James.Fennell" userId="c4162aff-5e19-49fe-8b7f-9a93fce91ee1" providerId="ADAL" clId="{712EEB8F-B525-4390-9999-B71326CD6ACF}" dt="2020-01-02T18:01:32.261" v="40" actId="478"/>
          <ac:picMkLst>
            <pc:docMk/>
            <pc:sldMk cId="1177948485" sldId="256"/>
            <ac:picMk id="6" creationId="{578DA3B3-6B3E-4E5B-B383-503343A3F5A9}"/>
          </ac:picMkLst>
        </pc:picChg>
        <pc:picChg chg="add mod">
          <ac:chgData name="James.Fennell" userId="c4162aff-5e19-49fe-8b7f-9a93fce91ee1" providerId="ADAL" clId="{712EEB8F-B525-4390-9999-B71326CD6ACF}" dt="2020-01-02T18:01:51.429" v="45" actId="171"/>
          <ac:picMkLst>
            <pc:docMk/>
            <pc:sldMk cId="1177948485" sldId="256"/>
            <ac:picMk id="1026" creationId="{745B9AEF-7177-4952-B535-FB24B1D7958F}"/>
          </ac:picMkLst>
        </pc:picChg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1715114047" sldId="271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1106487916" sldId="272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4279544704" sldId="273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4209256420" sldId="274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3549973692" sldId="275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2376732114" sldId="276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1612071650" sldId="277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2532267773" sldId="278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765244921" sldId="279"/>
        </pc:sldMkLst>
      </pc:sldChg>
      <pc:sldChg chg="del">
        <pc:chgData name="James.Fennell" userId="c4162aff-5e19-49fe-8b7f-9a93fce91ee1" providerId="ADAL" clId="{712EEB8F-B525-4390-9999-B71326CD6ACF}" dt="2020-01-02T18:03:44.319" v="46" actId="47"/>
        <pc:sldMkLst>
          <pc:docMk/>
          <pc:sldMk cId="2822573389" sldId="280"/>
        </pc:sldMkLst>
      </pc:sldChg>
      <pc:sldChg chg="delSp modSp modAnim">
        <pc:chgData name="James.Fennell" userId="c4162aff-5e19-49fe-8b7f-9a93fce91ee1" providerId="ADAL" clId="{712EEB8F-B525-4390-9999-B71326CD6ACF}" dt="2020-01-03T14:09:05.417" v="172" actId="20577"/>
        <pc:sldMkLst>
          <pc:docMk/>
          <pc:sldMk cId="2113903491" sldId="282"/>
        </pc:sldMkLst>
        <pc:spChg chg="mod">
          <ac:chgData name="James.Fennell" userId="c4162aff-5e19-49fe-8b7f-9a93fce91ee1" providerId="ADAL" clId="{712EEB8F-B525-4390-9999-B71326CD6ACF}" dt="2020-01-03T14:09:05.417" v="172" actId="20577"/>
          <ac:spMkLst>
            <pc:docMk/>
            <pc:sldMk cId="2113903491" sldId="282"/>
            <ac:spMk id="2" creationId="{0D7E90EF-6016-4B56-B43A-882E080131B8}"/>
          </ac:spMkLst>
        </pc:spChg>
        <pc:spChg chg="mod">
          <ac:chgData name="James.Fennell" userId="c4162aff-5e19-49fe-8b7f-9a93fce91ee1" providerId="ADAL" clId="{712EEB8F-B525-4390-9999-B71326CD6ACF}" dt="2020-01-02T18:03:53.783" v="48" actId="20577"/>
          <ac:spMkLst>
            <pc:docMk/>
            <pc:sldMk cId="2113903491" sldId="282"/>
            <ac:spMk id="3" creationId="{56F9FBE4-30FA-4D2C-BC4C-D7DF82D35EF9}"/>
          </ac:spMkLst>
        </pc:spChg>
        <pc:picChg chg="del">
          <ac:chgData name="James.Fennell" userId="c4162aff-5e19-49fe-8b7f-9a93fce91ee1" providerId="ADAL" clId="{712EEB8F-B525-4390-9999-B71326CD6ACF}" dt="2020-01-02T18:03:50.493" v="47" actId="478"/>
          <ac:picMkLst>
            <pc:docMk/>
            <pc:sldMk cId="2113903491" sldId="282"/>
            <ac:picMk id="5" creationId="{B9C03C00-AD31-43BF-9DB5-6F809C3CDB0E}"/>
          </ac:picMkLst>
        </pc:picChg>
      </pc:sldChg>
      <pc:sldChg chg="modSp add">
        <pc:chgData name="James.Fennell" userId="c4162aff-5e19-49fe-8b7f-9a93fce91ee1" providerId="ADAL" clId="{712EEB8F-B525-4390-9999-B71326CD6ACF}" dt="2020-01-03T14:08:57.639" v="157" actId="20577"/>
        <pc:sldMkLst>
          <pc:docMk/>
          <pc:sldMk cId="2348994910" sldId="283"/>
        </pc:sldMkLst>
        <pc:spChg chg="mod">
          <ac:chgData name="James.Fennell" userId="c4162aff-5e19-49fe-8b7f-9a93fce91ee1" providerId="ADAL" clId="{712EEB8F-B525-4390-9999-B71326CD6ACF}" dt="2020-01-03T14:06:04.391" v="110" actId="20577"/>
          <ac:spMkLst>
            <pc:docMk/>
            <pc:sldMk cId="2348994910" sldId="283"/>
            <ac:spMk id="2" creationId="{0D7E90EF-6016-4B56-B43A-882E080131B8}"/>
          </ac:spMkLst>
        </pc:spChg>
        <pc:spChg chg="mod">
          <ac:chgData name="James.Fennell" userId="c4162aff-5e19-49fe-8b7f-9a93fce91ee1" providerId="ADAL" clId="{712EEB8F-B525-4390-9999-B71326CD6ACF}" dt="2020-01-03T14:08:57.639" v="157" actId="20577"/>
          <ac:spMkLst>
            <pc:docMk/>
            <pc:sldMk cId="2348994910" sldId="283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4:09:27.232" v="188" actId="20577"/>
        <pc:sldMkLst>
          <pc:docMk/>
          <pc:sldMk cId="156760571" sldId="284"/>
        </pc:sldMkLst>
        <pc:spChg chg="mod">
          <ac:chgData name="James.Fennell" userId="c4162aff-5e19-49fe-8b7f-9a93fce91ee1" providerId="ADAL" clId="{712EEB8F-B525-4390-9999-B71326CD6ACF}" dt="2020-01-03T14:09:27.232" v="188" actId="20577"/>
          <ac:spMkLst>
            <pc:docMk/>
            <pc:sldMk cId="156760571" sldId="284"/>
            <ac:spMk id="2" creationId="{0D7E90EF-6016-4B56-B43A-882E080131B8}"/>
          </ac:spMkLst>
        </pc:spChg>
      </pc:sldChg>
      <pc:sldChg chg="modSp add">
        <pc:chgData name="James.Fennell" userId="c4162aff-5e19-49fe-8b7f-9a93fce91ee1" providerId="ADAL" clId="{712EEB8F-B525-4390-9999-B71326CD6ACF}" dt="2020-01-03T14:15:23.088" v="295" actId="20577"/>
        <pc:sldMkLst>
          <pc:docMk/>
          <pc:sldMk cId="133408864" sldId="285"/>
        </pc:sldMkLst>
        <pc:spChg chg="mod">
          <ac:chgData name="James.Fennell" userId="c4162aff-5e19-49fe-8b7f-9a93fce91ee1" providerId="ADAL" clId="{712EEB8F-B525-4390-9999-B71326CD6ACF}" dt="2020-01-03T14:10:44.223" v="196" actId="20577"/>
          <ac:spMkLst>
            <pc:docMk/>
            <pc:sldMk cId="133408864" sldId="285"/>
            <ac:spMk id="2" creationId="{0D7E90EF-6016-4B56-B43A-882E080131B8}"/>
          </ac:spMkLst>
        </pc:spChg>
        <pc:spChg chg="mod">
          <ac:chgData name="James.Fennell" userId="c4162aff-5e19-49fe-8b7f-9a93fce91ee1" providerId="ADAL" clId="{712EEB8F-B525-4390-9999-B71326CD6ACF}" dt="2020-01-03T14:15:23.088" v="295" actId="20577"/>
          <ac:spMkLst>
            <pc:docMk/>
            <pc:sldMk cId="133408864" sldId="285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4:19:53.307" v="404" actId="20577"/>
        <pc:sldMkLst>
          <pc:docMk/>
          <pc:sldMk cId="1166857402" sldId="286"/>
        </pc:sldMkLst>
        <pc:spChg chg="mod">
          <ac:chgData name="James.Fennell" userId="c4162aff-5e19-49fe-8b7f-9a93fce91ee1" providerId="ADAL" clId="{712EEB8F-B525-4390-9999-B71326CD6ACF}" dt="2020-01-03T14:13:30.792" v="238" actId="20577"/>
          <ac:spMkLst>
            <pc:docMk/>
            <pc:sldMk cId="1166857402" sldId="286"/>
            <ac:spMk id="2" creationId="{0D7E90EF-6016-4B56-B43A-882E080131B8}"/>
          </ac:spMkLst>
        </pc:spChg>
        <pc:spChg chg="mod">
          <ac:chgData name="James.Fennell" userId="c4162aff-5e19-49fe-8b7f-9a93fce91ee1" providerId="ADAL" clId="{712EEB8F-B525-4390-9999-B71326CD6ACF}" dt="2020-01-03T14:19:53.307" v="404" actId="20577"/>
          <ac:spMkLst>
            <pc:docMk/>
            <pc:sldMk cId="1166857402" sldId="286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4:47:00.241" v="496" actId="20577"/>
        <pc:sldMkLst>
          <pc:docMk/>
          <pc:sldMk cId="4057944499" sldId="287"/>
        </pc:sldMkLst>
        <pc:spChg chg="mod">
          <ac:chgData name="James.Fennell" userId="c4162aff-5e19-49fe-8b7f-9a93fce91ee1" providerId="ADAL" clId="{712EEB8F-B525-4390-9999-B71326CD6ACF}" dt="2020-01-03T14:47:00.241" v="496" actId="20577"/>
          <ac:spMkLst>
            <pc:docMk/>
            <pc:sldMk cId="4057944499" sldId="287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4:21:06.347" v="416" actId="20577"/>
        <pc:sldMkLst>
          <pc:docMk/>
          <pc:sldMk cId="1025943694" sldId="288"/>
        </pc:sldMkLst>
        <pc:spChg chg="mod">
          <ac:chgData name="James.Fennell" userId="c4162aff-5e19-49fe-8b7f-9a93fce91ee1" providerId="ADAL" clId="{712EEB8F-B525-4390-9999-B71326CD6ACF}" dt="2020-01-03T14:21:06.347" v="416" actId="20577"/>
          <ac:spMkLst>
            <pc:docMk/>
            <pc:sldMk cId="1025943694" sldId="288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4:35:13.834" v="460" actId="20577"/>
        <pc:sldMkLst>
          <pc:docMk/>
          <pc:sldMk cId="897937415" sldId="289"/>
        </pc:sldMkLst>
        <pc:spChg chg="mod">
          <ac:chgData name="James.Fennell" userId="c4162aff-5e19-49fe-8b7f-9a93fce91ee1" providerId="ADAL" clId="{712EEB8F-B525-4390-9999-B71326CD6ACF}" dt="2020-01-03T14:35:13.834" v="460" actId="20577"/>
          <ac:spMkLst>
            <pc:docMk/>
            <pc:sldMk cId="897937415" sldId="289"/>
            <ac:spMk id="3" creationId="{56F9FBE4-30FA-4D2C-BC4C-D7DF82D35EF9}"/>
          </ac:spMkLst>
        </pc:spChg>
      </pc:sldChg>
      <pc:sldChg chg="modSp add">
        <pc:chgData name="James.Fennell" userId="c4162aff-5e19-49fe-8b7f-9a93fce91ee1" providerId="ADAL" clId="{712EEB8F-B525-4390-9999-B71326CD6ACF}" dt="2020-01-03T15:40:38.708" v="604" actId="20577"/>
        <pc:sldMkLst>
          <pc:docMk/>
          <pc:sldMk cId="2338793282" sldId="290"/>
        </pc:sldMkLst>
        <pc:spChg chg="mod">
          <ac:chgData name="James.Fennell" userId="c4162aff-5e19-49fe-8b7f-9a93fce91ee1" providerId="ADAL" clId="{712EEB8F-B525-4390-9999-B71326CD6ACF}" dt="2020-01-03T15:40:38.708" v="604" actId="20577"/>
          <ac:spMkLst>
            <pc:docMk/>
            <pc:sldMk cId="2338793282" sldId="290"/>
            <ac:spMk id="3" creationId="{56F9FBE4-30FA-4D2C-BC4C-D7DF82D35E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11631-6157-4256-9183-E4852F7BD88F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9A8AF-878A-436F-AC4A-224E339B9F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8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726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620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75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291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061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540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795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888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494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42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346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531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15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082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113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374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375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03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039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8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3302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0681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472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1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13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074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453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678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7263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33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596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9A8AF-878A-436F-AC4A-224E339B9FE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87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85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15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29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25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76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16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9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11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32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37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30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A40182-AEF6-4ED5-ADD3-68F2C15CE29E}" type="datetimeFigureOut">
              <a:rPr lang="en-GB" smtClean="0"/>
              <a:t>15/03/2021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92EF09B-ED42-4667-BBC2-6D9F2F0A87C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98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80C72-166F-4CE5-AF33-AFE7646B7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10" y="639097"/>
            <a:ext cx="3401961" cy="3686015"/>
          </a:xfrm>
        </p:spPr>
        <p:txBody>
          <a:bodyPr>
            <a:normAutofit fontScale="90000"/>
          </a:bodyPr>
          <a:lstStyle/>
          <a:p>
            <a:r>
              <a:rPr lang="en-GB" sz="5100" b="1" u="sng" dirty="0"/>
              <a:t>Data Analysis</a:t>
            </a:r>
            <a:br>
              <a:rPr lang="en-GB" sz="5100" b="1" u="sng" dirty="0"/>
            </a:br>
            <a:r>
              <a:rPr lang="en-GB" sz="5100" b="1" u="sng" dirty="0"/>
              <a:t>with Python</a:t>
            </a:r>
            <a:br>
              <a:rPr lang="en-GB" sz="5100" dirty="0"/>
            </a:br>
            <a:r>
              <a:rPr lang="en-GB" sz="5100" dirty="0"/>
              <a:t>Advanced Data Cleaning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980B1-51F8-442B-96E2-36B98D256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James.Fennell@lit.ie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EF466-6908-4918-B3B2-F326C2EA6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8141110" cy="633431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794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What is Data Cleaning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Data analysts and scientists spend most of their time cleaning data and pre-processing messy datasets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While this activity is less talked about, it is one of the most performed activities and one of the most important skills for any data professional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Mastering the skill of data cleaning is necessary for any aspiring data scientist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1390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What is Data Cleaning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Data cleaning and pre-processing is the process of identifying, updating, and removing corrupt or incorrect data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Cleaning and pre-processing results in high-quality data for robust and error-free analysis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high quality means accurate, complete, and consistent data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Data cleaning is a set of activities such as </a:t>
            </a:r>
            <a:r>
              <a:rPr lang="en-IE" sz="3200" i="1" dirty="0">
                <a:solidFill>
                  <a:schemeClr val="tx1"/>
                </a:solidFill>
                <a:sym typeface="Helvetica"/>
              </a:rPr>
              <a:t>handling missing values, removing outliers, feature encoding, scaling, transformation, and splitting</a:t>
            </a:r>
            <a:endParaRPr lang="en-GB" sz="28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6061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What is Data Cleaning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Data preparation, manipulation, wrangling, and munging are all terms for the same thing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Cleaning up the data in order to get valuable insights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will start by exploring employee data and then start filtering the data and handling missing values and outliers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After cleaning, we will focus on performing data transformation activities such as encoding, scaling, and splitting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mostly using pandas and scikit-learn in this chapter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015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What is Data Wrangling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1" y="1845733"/>
            <a:ext cx="10619873" cy="4442771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Each data set has its own unique format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Each analysis task will focus on different types/subsets of data and throw up different challenges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26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When you get a new dataset you must get a feel for the overall structure and any potential issues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check the data loaded correctly and what's going on with the data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Identify inconsistencies in the data or formatting that affect your analysis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you will want to put the data into a format/shape that suits you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This is </a:t>
            </a:r>
            <a:r>
              <a:rPr lang="en-IE" sz="2600" b="1" i="1" u="sng" dirty="0">
                <a:solidFill>
                  <a:schemeClr val="tx1"/>
                </a:solidFill>
                <a:sym typeface="Helvetica"/>
              </a:rPr>
              <a:t>Data Wrangling!</a:t>
            </a:r>
            <a:r>
              <a:rPr lang="en-IE" sz="2600" dirty="0">
                <a:solidFill>
                  <a:schemeClr val="tx1"/>
                </a:solidFill>
                <a:sym typeface="Helvetica"/>
              </a:rPr>
              <a:t> (aka Data Cleansing)</a:t>
            </a:r>
            <a:endParaRPr lang="en-GB" sz="28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6031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Column-Wise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57746" cy="4276286"/>
          </a:xfrm>
        </p:spPr>
        <p:txBody>
          <a:bodyPr>
            <a:normAutofit fontScale="775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Big data offer suffers consistency, errors, and missing values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Data filtering is responsible for handling such issues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By filtering dirty, messy, or coarse datasets we boost the accuracy, relevance, completeness, consistency, and quality of the data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4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400" dirty="0">
                <a:solidFill>
                  <a:schemeClr val="tx1"/>
                </a:solidFill>
                <a:sym typeface="Helvetica"/>
              </a:rPr>
              <a:t>Data can be filtered either column-wise or row-wise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A8FBB-9FA7-4D82-A8B2-9EC4B1F13F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110" b="1"/>
          <a:stretch/>
        </p:blipFill>
        <p:spPr>
          <a:xfrm>
            <a:off x="7990448" y="3102078"/>
            <a:ext cx="4009859" cy="3267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86AA99-9A26-479F-A26F-7283DAA08D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48" r="24152" b="83529"/>
          <a:stretch/>
        </p:blipFill>
        <p:spPr>
          <a:xfrm>
            <a:off x="6255026" y="1864636"/>
            <a:ext cx="5731065" cy="123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1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Column-Wise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167" y="1936671"/>
            <a:ext cx="6175717" cy="4276286"/>
          </a:xfrm>
        </p:spPr>
        <p:txBody>
          <a:bodyPr>
            <a:normAutofit fontScale="70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also filter columns using slicing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In slicing, a single column does not need a list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when we filter multiple columns they should be on the list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The output of a single column is a pandas Series</a:t>
            </a:r>
          </a:p>
          <a:p>
            <a:pPr marL="292608" lvl="1" indent="0" defTabSz="457200"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If we want the output as a </a:t>
            </a:r>
            <a:r>
              <a:rPr lang="en-IE" sz="3200" dirty="0" err="1">
                <a:solidFill>
                  <a:schemeClr val="tx1"/>
                </a:solidFill>
                <a:sym typeface="Helvetica"/>
              </a:rPr>
              <a:t>DataFrame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we put the name of the single column into a list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Here we select a single column without passing it into the list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the output is a pandas Series.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91885-6BFC-4553-A7F2-7E8DF96FE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318"/>
          <a:stretch/>
        </p:blipFill>
        <p:spPr>
          <a:xfrm>
            <a:off x="7272996" y="3040984"/>
            <a:ext cx="4686704" cy="31792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4E684B-CE62-4D77-8B3F-8847EEAF79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699" b="80243"/>
          <a:stretch/>
        </p:blipFill>
        <p:spPr>
          <a:xfrm>
            <a:off x="7224415" y="1936671"/>
            <a:ext cx="4967585" cy="11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5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Column-Wise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75717" cy="4276286"/>
          </a:xfrm>
        </p:spPr>
        <p:txBody>
          <a:bodyPr>
            <a:normAutofit lnSpcReduction="1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select a single column using a Python list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A single column can be selected using a Python list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The output of this filter is a pandas </a:t>
            </a:r>
            <a:r>
              <a:rPr lang="en-IE" sz="3200" dirty="0" err="1">
                <a:solidFill>
                  <a:schemeClr val="tx1"/>
                </a:solidFill>
                <a:sym typeface="Helvetica"/>
              </a:rPr>
              <a:t>DataFrame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with a single column.</a:t>
            </a: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80EC2-7FE8-445A-94A8-6776DC10FC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26"/>
          <a:stretch/>
        </p:blipFill>
        <p:spPr>
          <a:xfrm>
            <a:off x="8334028" y="2616591"/>
            <a:ext cx="2943572" cy="3505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9CF99-118F-4182-9C51-3B84CB46D5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36" b="81518"/>
          <a:stretch/>
        </p:blipFill>
        <p:spPr>
          <a:xfrm>
            <a:off x="7676378" y="1845734"/>
            <a:ext cx="4424969" cy="10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2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Column-Wise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90337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filter multiple columns from the pandas </a:t>
            </a:r>
            <a:r>
              <a:rPr lang="en-IE" sz="3200" dirty="0" err="1">
                <a:solidFill>
                  <a:schemeClr val="tx1"/>
                </a:solidFill>
                <a:sym typeface="Helvetica"/>
              </a:rPr>
              <a:t>DataFrame</a:t>
            </a: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have filtered the two columns without using the filter() function</a:t>
            </a:r>
            <a:endParaRPr lang="en-GB" sz="32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69A34-20E4-4F45-90D1-4466065283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207"/>
          <a:stretch/>
        </p:blipFill>
        <p:spPr>
          <a:xfrm>
            <a:off x="7903191" y="2877047"/>
            <a:ext cx="4029637" cy="3400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B9E20-BAA2-4375-9C19-3E3380C964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422" b="84331"/>
          <a:stretch/>
        </p:blipFill>
        <p:spPr>
          <a:xfrm>
            <a:off x="7476979" y="1927686"/>
            <a:ext cx="4607169" cy="94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90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Row-Wise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45734"/>
            <a:ext cx="4691269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 We can filter data using indices, slices, and conditions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In indices, you have to pass the index of the record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for slicing, we need to pass the slicing range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CBD16-22E3-41F1-AB78-A5EE4175C6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590"/>
          <a:stretch/>
        </p:blipFill>
        <p:spPr>
          <a:xfrm>
            <a:off x="5287617" y="3227196"/>
            <a:ext cx="6738154" cy="3003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235AB7-5917-4CC9-A9C0-DCCABF4924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1" r="44267" b="78890"/>
          <a:stretch/>
        </p:blipFill>
        <p:spPr>
          <a:xfrm>
            <a:off x="5287617" y="1796459"/>
            <a:ext cx="6308035" cy="13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5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Row-Wise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2213112"/>
            <a:ext cx="7951304" cy="3908907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 This is an example of filtering data by slicing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2164C-ED62-4541-962C-16AD7AA410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66" b="51173"/>
          <a:stretch/>
        </p:blipFill>
        <p:spPr>
          <a:xfrm>
            <a:off x="1659215" y="3671668"/>
            <a:ext cx="8611220" cy="2367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7F7AC-0074-4E6A-9D76-E12DEA17CE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947" b="80098"/>
          <a:stretch/>
        </p:blipFill>
        <p:spPr>
          <a:xfrm>
            <a:off x="2568029" y="2757268"/>
            <a:ext cx="6793591" cy="95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7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Row-Wise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45734"/>
            <a:ext cx="4876800" cy="4276286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In condition-based filtration, we have to pass some conditions in: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square brackets, </a:t>
            </a:r>
            <a:r>
              <a:rPr lang="en-IE" sz="3000" b="1" i="1" dirty="0">
                <a:solidFill>
                  <a:schemeClr val="tx1"/>
                </a:solidFill>
                <a:sym typeface="Helvetica"/>
              </a:rPr>
              <a:t>[ ]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or brackets, </a:t>
            </a:r>
            <a:r>
              <a:rPr lang="en-IE" sz="3000" b="1" i="1" dirty="0">
                <a:solidFill>
                  <a:schemeClr val="tx1"/>
                </a:solidFill>
                <a:sym typeface="Helvetica"/>
              </a:rPr>
              <a:t>( )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For a single value, we use the 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==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(double equal to) condition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For multiple values we use the </a:t>
            </a:r>
            <a:r>
              <a:rPr lang="en-IE" sz="3200" b="1" i="1" dirty="0" err="1">
                <a:solidFill>
                  <a:schemeClr val="tx1"/>
                </a:solidFill>
                <a:sym typeface="Helvetica"/>
              </a:rPr>
              <a:t>isin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()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function and pass the list of values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0FC3A-DAFF-4EEC-8706-69BBEC3C91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630"/>
          <a:stretch/>
        </p:blipFill>
        <p:spPr>
          <a:xfrm>
            <a:off x="5946760" y="2689143"/>
            <a:ext cx="6245240" cy="1241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284DF5-1DBF-40DB-9678-A4892FE500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355" b="70573"/>
          <a:stretch/>
        </p:blipFill>
        <p:spPr>
          <a:xfrm>
            <a:off x="5961505" y="1786894"/>
            <a:ext cx="5756883" cy="902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D16511-784C-4017-9483-49DFFC5B29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223" b="70442"/>
          <a:stretch/>
        </p:blipFill>
        <p:spPr>
          <a:xfrm>
            <a:off x="6281731" y="4171237"/>
            <a:ext cx="5461574" cy="909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043FDD-66FE-45BD-A1BD-4A440BF4CB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466"/>
          <a:stretch/>
        </p:blipFill>
        <p:spPr>
          <a:xfrm>
            <a:off x="5703878" y="5152334"/>
            <a:ext cx="6488122" cy="14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97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Filtering “Noisy” Data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Row-Wise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45734"/>
            <a:ext cx="4876800" cy="4276286"/>
          </a:xfrm>
        </p:spPr>
        <p:txBody>
          <a:bodyPr>
            <a:normAutofit lnSpcReduction="1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For continuous variables we can use the 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&gt;=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and 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&lt;=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conditions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We can have single or multiple conditions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The </a:t>
            </a:r>
            <a:r>
              <a:rPr lang="en-IE" sz="3000" b="1" i="1" dirty="0">
                <a:solidFill>
                  <a:schemeClr val="tx1"/>
                </a:solidFill>
                <a:sym typeface="Helvetica"/>
              </a:rPr>
              <a:t>query() 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method queries the columns using a </a:t>
            </a:r>
            <a:r>
              <a:rPr lang="en-IE" sz="3000" b="1" i="1" dirty="0" err="1">
                <a:solidFill>
                  <a:schemeClr val="tx1"/>
                </a:solidFill>
                <a:sym typeface="Helvetica"/>
              </a:rPr>
              <a:t>boolean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 expression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B1B1E9-82E6-4104-B006-433CB95C0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854" y="1812360"/>
            <a:ext cx="5334744" cy="2162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33E115-6F57-4C10-9192-A265693E2D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r="30077" b="2450"/>
          <a:stretch/>
        </p:blipFill>
        <p:spPr>
          <a:xfrm>
            <a:off x="5644069" y="2933774"/>
            <a:ext cx="5302227" cy="21002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85EDE6-22A5-45D9-A9CC-1DA9B0ED1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992" y="4571681"/>
            <a:ext cx="5249008" cy="2286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080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missing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925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Missing values are the values that are absent from the data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Absent values can occur due to human error, privacy concerns, or the value not being filled in by the respondent filling in the survey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This is the most common problem in data science and the first step of data </a:t>
            </a:r>
            <a:r>
              <a:rPr lang="en-IE" sz="3200" dirty="0" err="1">
                <a:solidFill>
                  <a:schemeClr val="tx1"/>
                </a:solidFill>
                <a:sym typeface="Helvetica"/>
              </a:rPr>
              <a:t>preprocessing</a:t>
            </a:r>
            <a:endParaRPr lang="en-GB" sz="30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83744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missing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Missing values can be handled in the following ways: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Drop the missing value records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Fill in the missing value manually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Fill in the missing values using the measures of central tendency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The mean to impute the numeric feature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The median to impute the ordinal feature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The mode to impute the categorical feature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2600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Fill in the most probable value using machine learning models such as regression, decision trees, KNNs</a:t>
            </a:r>
            <a:endParaRPr lang="en-GB" sz="28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91618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missing values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Dropping missing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Missing values can be dropped using the </a:t>
            </a:r>
            <a:r>
              <a:rPr lang="en-IE" sz="3200" b="1" i="1" dirty="0" err="1">
                <a:solidFill>
                  <a:schemeClr val="tx1"/>
                </a:solidFill>
                <a:sym typeface="Helvetica"/>
              </a:rPr>
              <a:t>dropna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()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function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b="1" i="1" dirty="0" err="1">
                <a:solidFill>
                  <a:schemeClr val="tx1"/>
                </a:solidFill>
                <a:sym typeface="Helvetica"/>
              </a:rPr>
              <a:t>dropna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 takes one argument: 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how</a:t>
            </a: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how can take two values: all or any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b="1" i="1" dirty="0">
                <a:solidFill>
                  <a:schemeClr val="tx1"/>
                </a:solidFill>
                <a:sym typeface="Helvetica"/>
              </a:rPr>
              <a:t>any</a:t>
            </a:r>
            <a:r>
              <a:rPr lang="en-IE" sz="2600" dirty="0">
                <a:solidFill>
                  <a:schemeClr val="tx1"/>
                </a:solidFill>
                <a:sym typeface="Helvetica"/>
              </a:rPr>
              <a:t> drops certain rows that contain NAN or missing values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b="1" i="1" dirty="0">
                <a:solidFill>
                  <a:schemeClr val="tx1"/>
                </a:solidFill>
                <a:sym typeface="Helvetica"/>
              </a:rPr>
              <a:t>all</a:t>
            </a:r>
            <a:r>
              <a:rPr lang="en-IE" sz="2600" dirty="0">
                <a:solidFill>
                  <a:schemeClr val="tx1"/>
                </a:solidFill>
                <a:sym typeface="Helvetica"/>
              </a:rPr>
              <a:t> drops all the rows contains NAN or missing values</a:t>
            </a:r>
            <a:endParaRPr lang="en-GB" sz="22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48950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1916991"/>
          </a:xfrm>
        </p:spPr>
        <p:txBody>
          <a:bodyPr>
            <a:normAutofit/>
          </a:bodyPr>
          <a:lstStyle/>
          <a:p>
            <a:r>
              <a:rPr lang="en-IE" sz="3600" b="1" u="sng" dirty="0">
                <a:solidFill>
                  <a:srgbClr val="FFFFFF"/>
                </a:solidFill>
              </a:rPr>
              <a:t>Filling in a missing value</a:t>
            </a:r>
            <a:endParaRPr lang="en-GB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470390" cy="3789203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dirty="0">
                <a:solidFill>
                  <a:srgbClr val="FFFFFF"/>
                </a:solidFill>
                <a:sym typeface="Helvetica"/>
              </a:rPr>
              <a:t>Missing values can be dropped using the </a:t>
            </a:r>
            <a:r>
              <a:rPr lang="en-IE" b="1" i="1" dirty="0" err="1">
                <a:solidFill>
                  <a:srgbClr val="FFFFFF"/>
                </a:solidFill>
                <a:sym typeface="Helvetica"/>
              </a:rPr>
              <a:t>fillna</a:t>
            </a:r>
            <a:r>
              <a:rPr lang="en-IE" b="1" i="1" dirty="0">
                <a:solidFill>
                  <a:srgbClr val="FFFFFF"/>
                </a:solidFill>
                <a:sym typeface="Helvetica"/>
              </a:rPr>
              <a:t>() </a:t>
            </a:r>
            <a:r>
              <a:rPr lang="en-IE" dirty="0">
                <a:solidFill>
                  <a:srgbClr val="FFFFFF"/>
                </a:solidFill>
                <a:sym typeface="Helvetica"/>
              </a:rPr>
              <a:t>function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dirty="0">
                <a:solidFill>
                  <a:srgbClr val="FFFFFF"/>
                </a:solidFill>
                <a:sym typeface="Helvetica"/>
              </a:rPr>
              <a:t>The </a:t>
            </a:r>
            <a:r>
              <a:rPr lang="en-IE" b="1" i="1" dirty="0" err="1">
                <a:solidFill>
                  <a:srgbClr val="FFFFFF"/>
                </a:solidFill>
                <a:sym typeface="Helvetica"/>
              </a:rPr>
              <a:t>fillna</a:t>
            </a:r>
            <a:r>
              <a:rPr lang="en-IE" b="1" i="1" dirty="0">
                <a:solidFill>
                  <a:srgbClr val="FFFFFF"/>
                </a:solidFill>
                <a:sym typeface="Helvetica"/>
              </a:rPr>
              <a:t>()</a:t>
            </a:r>
            <a:r>
              <a:rPr lang="en-IE" dirty="0">
                <a:solidFill>
                  <a:srgbClr val="FFFFFF"/>
                </a:solidFill>
                <a:sym typeface="Helvetica"/>
              </a:rPr>
              <a:t> function takes one value that we want to fill at the missing place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dirty="0">
                <a:solidFill>
                  <a:srgbClr val="FFFFFF"/>
                </a:solidFill>
                <a:sym typeface="Helvetica"/>
              </a:rPr>
              <a:t>We can fill in using the mean, median, and mode</a:t>
            </a:r>
            <a:endParaRPr lang="en-GB" dirty="0">
              <a:solidFill>
                <a:srgbClr val="FFFFFF"/>
              </a:solidFill>
              <a:sym typeface="Helvetic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FC2E87-D7F4-4EA0-8ECC-9AF52B2B6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30" y="63809"/>
            <a:ext cx="5774902" cy="25569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F1AB34-5210-48D8-9C2D-1B83637CB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7" y="2433826"/>
            <a:ext cx="5259728" cy="2339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AA8C34-2F88-45B2-9436-B18FA0E62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389" y="4642338"/>
            <a:ext cx="7840169" cy="21518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3427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85000" lnSpcReduction="1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Outliers are those data points that are distant from most of the similar points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the outliers are entities that are different from the crowd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Outliers cause problems when it comes to building predictive models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long model training times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poor accuracy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an increase in error variance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a decrease in normality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a reduction in the power of statistical tests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56284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775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There are two types of outliers: univariate and multivariate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i="1" dirty="0">
                <a:solidFill>
                  <a:schemeClr val="tx1"/>
                </a:solidFill>
                <a:sym typeface="Helvetica"/>
              </a:rPr>
              <a:t>Univariate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 outliers can be found in single variable distributions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i="1" dirty="0" err="1">
                <a:solidFill>
                  <a:schemeClr val="tx1"/>
                </a:solidFill>
                <a:sym typeface="Helvetica"/>
              </a:rPr>
              <a:t>Multivariates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 can be found in n-dimensional spaces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detect and handle outliers in the following ways: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dirty="0">
                <a:solidFill>
                  <a:schemeClr val="tx1"/>
                </a:solidFill>
                <a:sym typeface="Helvetica"/>
              </a:rPr>
              <a:t>Box Plot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: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displays the outliers as individual points using the interquartile range.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dirty="0">
                <a:solidFill>
                  <a:schemeClr val="tx1"/>
                </a:solidFill>
                <a:sym typeface="Helvetica"/>
              </a:rPr>
              <a:t>Scatter Plot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: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A scatter plot displays the points (or two variables) on the two-dimensional chart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dirty="0">
                <a:solidFill>
                  <a:schemeClr val="tx1"/>
                </a:solidFill>
                <a:sym typeface="Helvetica"/>
              </a:rPr>
              <a:t>Z-Score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: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assumes a normal distribution of the data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The outlier lies in the tail of the normal curve distribution and is far from the mean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66E0A-5641-47A6-B5CE-D96D9344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776" y="5133893"/>
            <a:ext cx="1383459" cy="11965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463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Handling 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detect and handle outliers in the following ways: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b="1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dirty="0">
                <a:solidFill>
                  <a:schemeClr val="tx1"/>
                </a:solidFill>
                <a:sym typeface="Helvetica"/>
              </a:rPr>
              <a:t>Interquartile Range (IQR):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IQR is a robust statistical measure of data dispersion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It is the difference between the third and first quartile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These quartiles can be visualized in a box plot. This is also known as the </a:t>
            </a:r>
            <a:r>
              <a:rPr lang="en-IE" sz="2600" dirty="0" err="1">
                <a:solidFill>
                  <a:schemeClr val="tx1"/>
                </a:solidFill>
                <a:sym typeface="Helvetica"/>
              </a:rPr>
              <a:t>midspread</a:t>
            </a:r>
            <a:r>
              <a:rPr lang="en-IE" sz="2600" dirty="0">
                <a:solidFill>
                  <a:schemeClr val="tx1"/>
                </a:solidFill>
                <a:sym typeface="Helvetica"/>
              </a:rPr>
              <a:t>, the middle 50%, or H-spread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000" b="1" dirty="0">
              <a:solidFill>
                <a:schemeClr val="tx1"/>
              </a:solidFill>
              <a:sym typeface="Helvetica"/>
            </a:endParaRP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b="1" dirty="0">
                <a:solidFill>
                  <a:schemeClr val="tx1"/>
                </a:solidFill>
                <a:sym typeface="Helvetica"/>
              </a:rPr>
              <a:t>Percentile: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A percentile is a statistical measure that divides data into 100 groups of equal size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Its value indicates the percentage of the population below that value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For example, the 95th percentile means 95% of people fall under this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CEF4C-E12E-42E6-A1B6-AEBB9A90A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690" y="2477298"/>
            <a:ext cx="2489107" cy="8489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6220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Removing 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can handle the outliers using standard deviation and the mean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We are using  as the upper limit and  as the lower limit for filtering the outliers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90F68-F720-4023-88D3-78A2177B0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19" y="3983877"/>
            <a:ext cx="8513364" cy="188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61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Removing 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 Here we remove the outliers by using a percentile of 1 for the lower limit and by using a percentile of 99 for the upper limit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019A6-3AE7-4E1E-8A85-AC50E883D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015" y="3838103"/>
            <a:ext cx="9561969" cy="202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83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Feature Encoding Techniques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Machine learning models are mathematical models that required numeric and integer values for computation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Such models can't work on categorical features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We often need to convert categorical features into numerical ones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Machine learning model performance is affected by what encoding technique we use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Categorical values range from 0 to N-1 categories</a:t>
            </a:r>
          </a:p>
        </p:txBody>
      </p:sp>
    </p:spTree>
    <p:extLst>
      <p:ext uri="{BB962C8B-B14F-4D97-AF65-F5344CB8AC3E}">
        <p14:creationId xmlns:p14="http://schemas.microsoft.com/office/powerpoint/2010/main" val="3976888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Feature Encoding Techniques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One-hot encoding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681746" cy="4276286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One-hot encoding transforms the categorical column into labels and splits the column into multiple columns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The numbers are replaced by binary values such as 1s or 0s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For example in the colour variable, there are three categories, red, green, and blue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These three categories are labelled and encoded into binary columns</a:t>
            </a:r>
            <a:endParaRPr lang="en-IE" sz="28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FE41C-81C0-4515-BBAD-8DD9F5352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471" y="3002359"/>
            <a:ext cx="4030529" cy="196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33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Feature Encoding Techniques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One-hot encoding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416062" cy="4276286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One-hot encoding can also be performed using the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 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pandas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 </a:t>
            </a:r>
            <a:r>
              <a:rPr lang="en-IE" sz="3200" b="1" i="1" dirty="0" err="1">
                <a:solidFill>
                  <a:schemeClr val="tx1"/>
                </a:solidFill>
                <a:sym typeface="Helvetica"/>
              </a:rPr>
              <a:t>get_dummies</a:t>
            </a:r>
            <a:r>
              <a:rPr lang="en-IE" sz="3200" b="1" i="1" dirty="0">
                <a:solidFill>
                  <a:schemeClr val="tx1"/>
                </a:solidFill>
                <a:sym typeface="Helvetica"/>
              </a:rPr>
              <a:t>() </a:t>
            </a:r>
            <a:r>
              <a:rPr lang="en-IE" sz="3200" dirty="0">
                <a:solidFill>
                  <a:schemeClr val="tx1"/>
                </a:solidFill>
                <a:sym typeface="Helvetica"/>
              </a:rPr>
              <a:t>function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2800" dirty="0">
              <a:solidFill>
                <a:schemeClr val="tx1"/>
              </a:solidFill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9FBE0A-C448-424E-B9A1-AD6E12E5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669" y="3197534"/>
            <a:ext cx="6595107" cy="29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78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832470"/>
          </a:xfrm>
        </p:spPr>
        <p:txBody>
          <a:bodyPr>
            <a:normAutofit fontScale="90000"/>
          </a:bodyPr>
          <a:lstStyle/>
          <a:p>
            <a:r>
              <a:rPr lang="en-GB" sz="3600" b="1" u="sng" dirty="0">
                <a:solidFill>
                  <a:srgbClr val="FFFFFF"/>
                </a:solidFill>
              </a:rPr>
              <a:t>Feature Encoding Techniques</a:t>
            </a:r>
            <a:br>
              <a:rPr lang="en-GB" sz="3600" b="1" u="sng" dirty="0">
                <a:solidFill>
                  <a:srgbClr val="FFFFFF"/>
                </a:solidFill>
              </a:rPr>
            </a:br>
            <a:r>
              <a:rPr lang="en-GB" sz="3600" b="1" u="sng" dirty="0">
                <a:solidFill>
                  <a:srgbClr val="FFFFFF"/>
                </a:solidFill>
              </a:rPr>
              <a:t>Label encoding</a:t>
            </a:r>
            <a:endParaRPr lang="en-GB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56" y="2653800"/>
            <a:ext cx="3529583" cy="3687364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Label encoding is also known as integer encoding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Integer encoding replaces categorical values with numeric values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Here, the unique values in variables are replaced with a sequence of integer values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For example, red, green, and blue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 These three categories were encoded with integer values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red is 0, green is 1, and blue is 2</a:t>
            </a: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2AB17-625F-455C-B8B0-B3511B475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r="508" b="523"/>
          <a:stretch/>
        </p:blipFill>
        <p:spPr>
          <a:xfrm>
            <a:off x="4300339" y="640080"/>
            <a:ext cx="7399291" cy="554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40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Feature Encoding Techniques</a:t>
            </a:r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Feature Scaling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70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In real life, most features have different ranges, magnitudes, and units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such as age being between 0-200 and salary being between 0 to thousands or millions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From a data analyst or data scientist's point of view, how can we compare these features when they are on different scales?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High-magnitude features will weigh more on machine learning models than lower magnitude features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Feature scaling (feature normalization) can solve such issues.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3200" dirty="0">
              <a:solidFill>
                <a:schemeClr val="tx1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Feature scaling brings all the features to the same level of magnitude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This is not compulsory for all kinds of algorithms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000" dirty="0">
                <a:solidFill>
                  <a:schemeClr val="tx1"/>
                </a:solidFill>
                <a:sym typeface="Helvetica"/>
              </a:rPr>
              <a:t>some algorithms need scaled data - those that rely on Euclidean distance measures such as K-nearest </a:t>
            </a:r>
            <a:r>
              <a:rPr lang="en-IE" sz="3000" dirty="0" err="1">
                <a:solidFill>
                  <a:schemeClr val="tx1"/>
                </a:solidFill>
                <a:sym typeface="Helvetica"/>
              </a:rPr>
              <a:t>neighbor</a:t>
            </a:r>
            <a:r>
              <a:rPr lang="en-IE" sz="3000" dirty="0">
                <a:solidFill>
                  <a:schemeClr val="tx1"/>
                </a:solidFill>
                <a:sym typeface="Helvetica"/>
              </a:rPr>
              <a:t> and the K-means clustering algorithm</a:t>
            </a:r>
            <a:endParaRPr lang="en-IE" sz="2600" dirty="0">
              <a:solidFill>
                <a:schemeClr val="tx1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09499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 fontScale="90000"/>
          </a:bodyPr>
          <a:lstStyle/>
          <a:p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GB" sz="3300" b="1" u="sng" dirty="0">
                <a:solidFill>
                  <a:srgbClr val="FFFFFF"/>
                </a:solidFill>
              </a:rPr>
              <a:t>Feature Scaling Methods</a:t>
            </a:r>
            <a:br>
              <a:rPr lang="en-GB" sz="3300" b="1" u="sng" dirty="0">
                <a:solidFill>
                  <a:srgbClr val="FFFFFF"/>
                </a:solidFill>
              </a:rPr>
            </a:br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IE" sz="3300" b="1" u="sng" dirty="0">
                <a:solidFill>
                  <a:srgbClr val="FFFFFF"/>
                </a:solidFill>
              </a:rPr>
              <a:t>Z-Score Normalization</a:t>
            </a:r>
            <a:br>
              <a:rPr lang="en-IE" sz="3300" b="1" u="sng" dirty="0">
                <a:solidFill>
                  <a:srgbClr val="FFFFFF"/>
                </a:solidFill>
              </a:rPr>
            </a:br>
            <a:r>
              <a:rPr lang="en-IE" sz="2200" b="1" u="sng" dirty="0">
                <a:solidFill>
                  <a:srgbClr val="FFFFFF"/>
                </a:solidFill>
              </a:rPr>
              <a:t>(Standard Scaling)</a:t>
            </a:r>
            <a:endParaRPr lang="en-GB" sz="33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4204200"/>
          </a:xfrm>
        </p:spPr>
        <p:txBody>
          <a:bodyPr>
            <a:normAutofit lnSpcReduction="1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This method computes the scaled values of a feature by using the mean and standard deviation of that feature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It is best suited for normally distributed data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We import and initialize the </a:t>
            </a:r>
            <a:r>
              <a:rPr lang="en-IE" sz="1800" dirty="0" err="1">
                <a:solidFill>
                  <a:srgbClr val="FFFFFF"/>
                </a:solidFill>
                <a:sym typeface="Helvetica"/>
              </a:rPr>
              <a:t>StandardScaler</a:t>
            </a:r>
            <a:r>
              <a:rPr lang="en-IE" sz="1800" dirty="0">
                <a:solidFill>
                  <a:srgbClr val="FFFFFF"/>
                </a:solidFill>
                <a:sym typeface="Helvetica"/>
              </a:rPr>
              <a:t> object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After initialization, we fit and transform the column that we want to scale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500" dirty="0">
              <a:solidFill>
                <a:srgbClr val="FFFFFF"/>
              </a:solidFill>
              <a:sym typeface="Helvetic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F07CD-1F37-4A53-8DD0-3E6482BEE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079" y="1543928"/>
            <a:ext cx="8150337" cy="4445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C8F15D-434F-41B2-A23E-A676048FD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627" y="61264"/>
            <a:ext cx="1867182" cy="1227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1533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 fontScale="90000"/>
          </a:bodyPr>
          <a:lstStyle/>
          <a:p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GB" sz="3300" b="1" u="sng" dirty="0">
                <a:solidFill>
                  <a:srgbClr val="FFFFFF"/>
                </a:solidFill>
              </a:rPr>
              <a:t>Feature Scaling Methods</a:t>
            </a:r>
            <a:br>
              <a:rPr lang="en-GB" sz="3300" b="1" u="sng" dirty="0">
                <a:solidFill>
                  <a:srgbClr val="FFFFFF"/>
                </a:solidFill>
              </a:rPr>
            </a:br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IE" sz="3300" b="1" u="sng" dirty="0">
                <a:solidFill>
                  <a:srgbClr val="FFFFFF"/>
                </a:solidFill>
              </a:rPr>
              <a:t>Min-Max Scaling</a:t>
            </a:r>
            <a:endParaRPr lang="en-GB" sz="33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4204200"/>
          </a:xfrm>
        </p:spPr>
        <p:txBody>
          <a:bodyPr>
            <a:normAutofit lnSpcReduction="1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This method linearly transforms the original data into the given range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It preserves the relationships between the scaled data and the original data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If the distribution is not normally distributed the min-max scaler works better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It is more sensitive to outliers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We import and initialize the </a:t>
            </a:r>
            <a:r>
              <a:rPr lang="en-IE" sz="1800" dirty="0" err="1">
                <a:solidFill>
                  <a:srgbClr val="FFFFFF"/>
                </a:solidFill>
                <a:sym typeface="Helvetica"/>
              </a:rPr>
              <a:t>MinMaxScaler</a:t>
            </a:r>
            <a:r>
              <a:rPr lang="en-IE" sz="1800" dirty="0">
                <a:solidFill>
                  <a:srgbClr val="FFFFFF"/>
                </a:solidFill>
                <a:sym typeface="Helvetica"/>
              </a:rPr>
              <a:t> object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After initialization, we fit and transform the column that we want to scale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26470-0D18-4331-8639-AFCDFD274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444" y="2068322"/>
            <a:ext cx="7735380" cy="4010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9E489-113E-4152-AD1F-1B62BF834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576" y="584281"/>
            <a:ext cx="4744112" cy="704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1388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 fontScale="90000"/>
          </a:bodyPr>
          <a:lstStyle/>
          <a:p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GB" sz="3300" b="1" u="sng" dirty="0">
                <a:solidFill>
                  <a:srgbClr val="FFFFFF"/>
                </a:solidFill>
              </a:rPr>
              <a:t>Feature Scaling Methods</a:t>
            </a:r>
            <a:br>
              <a:rPr lang="en-GB" sz="3300" b="1" u="sng" dirty="0">
                <a:solidFill>
                  <a:srgbClr val="FFFFFF"/>
                </a:solidFill>
              </a:rPr>
            </a:br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IE" sz="3300" b="1" u="sng" dirty="0">
                <a:solidFill>
                  <a:srgbClr val="FFFFFF"/>
                </a:solidFill>
              </a:rPr>
              <a:t>Robust Scaling</a:t>
            </a:r>
            <a:endParaRPr lang="en-GB" sz="33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4204200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This method is similar to the min-max scaler method Instead we use the interquartile range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It is robust to outliers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We import and initialize the </a:t>
            </a:r>
            <a:r>
              <a:rPr lang="en-IE" sz="1800" dirty="0" err="1">
                <a:solidFill>
                  <a:srgbClr val="FFFFFF"/>
                </a:solidFill>
                <a:sym typeface="Helvetica"/>
              </a:rPr>
              <a:t>RobustScaler</a:t>
            </a:r>
            <a:r>
              <a:rPr lang="en-IE" sz="1800" dirty="0">
                <a:solidFill>
                  <a:srgbClr val="FFFFFF"/>
                </a:solidFill>
                <a:sym typeface="Helvetica"/>
              </a:rPr>
              <a:t> object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After initialization, we fit and transform the column that we want to scale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4EF1C-BE01-4CD1-B9D5-7571F448C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17" y="579783"/>
            <a:ext cx="1838582" cy="962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72180C-213B-4A8E-8817-993DF2E30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507" y="1704072"/>
            <a:ext cx="7735380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95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br>
              <a:rPr lang="en-GB" b="1" u="sng" dirty="0">
                <a:solidFill>
                  <a:schemeClr val="accent1"/>
                </a:solidFill>
              </a:rPr>
            </a:br>
            <a:r>
              <a:rPr lang="en-GB" b="1" u="sng" dirty="0">
                <a:solidFill>
                  <a:schemeClr val="accent1"/>
                </a:solidFill>
              </a:rPr>
              <a:t>Feature Transformation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6286"/>
          </a:xfrm>
        </p:spPr>
        <p:txBody>
          <a:bodyPr>
            <a:normAutofit fontScale="70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3200" dirty="0">
                <a:solidFill>
                  <a:schemeClr val="tx1"/>
                </a:solidFill>
                <a:sym typeface="Helvetica"/>
              </a:rPr>
              <a:t>Feature transformation alters features so that they're in the required form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dirty="0">
                <a:solidFill>
                  <a:schemeClr val="tx1"/>
                </a:solidFill>
                <a:sym typeface="Helvetica"/>
              </a:rPr>
              <a:t>It can reduce the effect of outliers, handles skewed data, and makes the model more robust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b="1" dirty="0">
                <a:solidFill>
                  <a:schemeClr val="tx1"/>
                </a:solidFill>
                <a:sym typeface="Helvetica"/>
              </a:rPr>
              <a:t>Log transformation: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is the most common mathematical transformation used to transform skewed data into a normal distribution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ensure that all the data values ​​only contain positive values; </a:t>
            </a:r>
          </a:p>
          <a:p>
            <a:pPr marL="818388" lvl="2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000" dirty="0">
                <a:solidFill>
                  <a:schemeClr val="tx1"/>
                </a:solidFill>
                <a:sym typeface="Helvetica"/>
              </a:rPr>
              <a:t>otherwise, this will throw an exception or error message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b="1" dirty="0">
                <a:solidFill>
                  <a:schemeClr val="tx1"/>
                </a:solidFill>
                <a:sym typeface="Helvetica"/>
              </a:rPr>
              <a:t>Square and cube transformation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has a moderate effect on distribution shape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It can be used to reduce left skewness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600" b="1" dirty="0">
                <a:solidFill>
                  <a:schemeClr val="tx1"/>
                </a:solidFill>
                <a:sym typeface="Helvetica"/>
              </a:rPr>
              <a:t>Square and cube root transformation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has a fairly strong transformation effect on the distribution shape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it is weaker than logarithms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2400" dirty="0">
                <a:solidFill>
                  <a:schemeClr val="tx1"/>
                </a:solidFill>
                <a:sym typeface="Helvetica"/>
              </a:rPr>
              <a:t>It can be applied to right-skewed data</a:t>
            </a:r>
          </a:p>
        </p:txBody>
      </p:sp>
    </p:spTree>
    <p:extLst>
      <p:ext uri="{BB962C8B-B14F-4D97-AF65-F5344CB8AC3E}">
        <p14:creationId xmlns:p14="http://schemas.microsoft.com/office/powerpoint/2010/main" val="747501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GB" sz="3300" b="1" u="sng" dirty="0">
                <a:solidFill>
                  <a:srgbClr val="FFFFFF"/>
                </a:solidFill>
              </a:rPr>
              <a:t>Feature Transformation</a:t>
            </a:r>
            <a:br>
              <a:rPr lang="en-GB" sz="3300" b="1" u="sng" dirty="0">
                <a:solidFill>
                  <a:srgbClr val="FFFFFF"/>
                </a:solidFill>
              </a:rPr>
            </a:br>
            <a:endParaRPr lang="en-GB" sz="33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4204200"/>
          </a:xfrm>
        </p:spPr>
        <p:txBody>
          <a:bodyPr>
            <a:normAutofit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Discretization can also be used to transform a numeric column or attribute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For example, the age of a group of candidates can be grouped into intervals such as 0-10, 11-20, and so on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We can also use discretization to assign conceptual labels instead of intervals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such as youth, adult, and senior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54ED9-670A-41CF-82FA-80BC5F3C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35" y="1171260"/>
            <a:ext cx="724001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43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E90EF-6016-4B56-B43A-882E0801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954156"/>
          </a:xfrm>
        </p:spPr>
        <p:txBody>
          <a:bodyPr>
            <a:normAutofit/>
          </a:bodyPr>
          <a:lstStyle/>
          <a:p>
            <a:br>
              <a:rPr lang="en-GB" sz="3300" b="1" u="sng" dirty="0">
                <a:solidFill>
                  <a:srgbClr val="FFFFFF"/>
                </a:solidFill>
              </a:rPr>
            </a:br>
            <a:r>
              <a:rPr lang="en-GB" sz="3300" b="1" u="sng" dirty="0">
                <a:solidFill>
                  <a:srgbClr val="FFFFFF"/>
                </a:solidFill>
              </a:rPr>
              <a:t>Feature Splitting</a:t>
            </a:r>
            <a:endParaRPr lang="en-GB" sz="33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FBE4-30FA-4D2C-BC4C-D7DF82D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083" y="1637727"/>
            <a:ext cx="3496533" cy="5014863"/>
          </a:xfrm>
        </p:spPr>
        <p:txBody>
          <a:bodyPr>
            <a:normAutofit fontScale="85000" lnSpcReduction="20000"/>
          </a:bodyPr>
          <a:lstStyle/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Feature splitting helps data analysts and data scientists create more new features for modelling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for example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splitting name features into first, middle, and last name 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splitting an address into house number, locality, landmark, area, city, country, and zip code.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lang="en-IE" sz="1800" dirty="0">
              <a:solidFill>
                <a:srgbClr val="FFFFFF"/>
              </a:solidFill>
              <a:sym typeface="Helvetica"/>
            </a:endParaRP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Feature splitting is a good option if you wish to generate more features from a composite feature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We can utilize the components of a column to do this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For example, from a date object, we can easily get the year, month, and weekday</a:t>
            </a:r>
          </a:p>
          <a:p>
            <a:pPr marL="635508" lvl="1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600" dirty="0">
                <a:solidFill>
                  <a:srgbClr val="FFFFFF"/>
                </a:solidFill>
                <a:sym typeface="Helvetica"/>
              </a:rPr>
              <a:t>These features may directly affect the prediction model</a:t>
            </a:r>
          </a:p>
          <a:p>
            <a:pPr marL="342900" indent="-342900" defTabSz="457200">
              <a:buFont typeface="Arial" charset="0"/>
              <a:buChar char="•"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IE" sz="1800" dirty="0">
                <a:solidFill>
                  <a:srgbClr val="FFFFFF"/>
                </a:solidFill>
                <a:sym typeface="Helvetica"/>
              </a:rPr>
              <a:t>There is no rule of thumb when it comes to breaking the features into components; this depends on the characteristics of the feature</a:t>
            </a:r>
            <a:endParaRPr lang="en-IE" sz="1600" dirty="0">
              <a:solidFill>
                <a:srgbClr val="FFFFFF"/>
              </a:solidFill>
              <a:sym typeface="Helvetic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35A47-719E-43E5-A725-05D9C894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928" y="1269290"/>
            <a:ext cx="7792537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988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4640</TotalTime>
  <Words>2072</Words>
  <Application>Microsoft Office PowerPoint</Application>
  <PresentationFormat>Widescreen</PresentationFormat>
  <Paragraphs>266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Retrospect</vt:lpstr>
      <vt:lpstr>Data Analysis with Python Advanced Data Cleaning</vt:lpstr>
      <vt:lpstr>What is Data Cleaning</vt:lpstr>
      <vt:lpstr>What is Data Cleaning</vt:lpstr>
      <vt:lpstr>What is Data Cleaning</vt:lpstr>
      <vt:lpstr>What is Data Wrangling</vt:lpstr>
      <vt:lpstr>Filtering “Noisy” Data Column-Wise</vt:lpstr>
      <vt:lpstr>Filtering “Noisy” Data Column-Wise</vt:lpstr>
      <vt:lpstr>Filtering “Noisy” Data Column-Wise</vt:lpstr>
      <vt:lpstr>Filtering “Noisy” Data Column-Wise</vt:lpstr>
      <vt:lpstr>Filtering “Noisy” Data Row-Wise</vt:lpstr>
      <vt:lpstr>Filtering “Noisy” Data Row-Wise</vt:lpstr>
      <vt:lpstr>Filtering “Noisy” Data Row-Wise</vt:lpstr>
      <vt:lpstr>Filtering “Noisy” Data Row-Wise</vt:lpstr>
      <vt:lpstr>Handling missing values</vt:lpstr>
      <vt:lpstr>Handling missing values</vt:lpstr>
      <vt:lpstr>Handling missing values Dropping missing values</vt:lpstr>
      <vt:lpstr>Filling in a missing value</vt:lpstr>
      <vt:lpstr>Handling Outliers</vt:lpstr>
      <vt:lpstr>Handling Outliers</vt:lpstr>
      <vt:lpstr>Handling Outliers</vt:lpstr>
      <vt:lpstr>Removing Outliers</vt:lpstr>
      <vt:lpstr>Removing Outliers</vt:lpstr>
      <vt:lpstr>Feature Encoding Techniques</vt:lpstr>
      <vt:lpstr>Feature Encoding Techniques One-hot encoding</vt:lpstr>
      <vt:lpstr>Feature Encoding Techniques One-hot encoding</vt:lpstr>
      <vt:lpstr>Feature Encoding Techniques Label encoding</vt:lpstr>
      <vt:lpstr>Feature Encoding Techniques Feature Scaling</vt:lpstr>
      <vt:lpstr> Feature Scaling Methods  Z-Score Normalization (Standard Scaling)</vt:lpstr>
      <vt:lpstr> Feature Scaling Methods  Min-Max Scaling</vt:lpstr>
      <vt:lpstr> Feature Scaling Methods  Robust Scaling</vt:lpstr>
      <vt:lpstr> Feature Transformation</vt:lpstr>
      <vt:lpstr> Feature Transformation </vt:lpstr>
      <vt:lpstr> Feature Splitting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with Python Data Wrangling</dc:title>
  <dc:creator>James Fennell</dc:creator>
  <cp:lastModifiedBy>James.Fennell</cp:lastModifiedBy>
  <cp:revision>1</cp:revision>
  <dcterms:created xsi:type="dcterms:W3CDTF">2020-02-06T13:31:56Z</dcterms:created>
  <dcterms:modified xsi:type="dcterms:W3CDTF">2021-03-15T10:57:16Z</dcterms:modified>
</cp:coreProperties>
</file>